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8" r:id="rId4"/>
  </p:sldMasterIdLst>
  <p:notesMasterIdLst>
    <p:notesMasterId r:id="rId13"/>
  </p:notesMasterIdLst>
  <p:handoutMasterIdLst>
    <p:handoutMasterId r:id="rId14"/>
  </p:handoutMasterIdLst>
  <p:sldIdLst>
    <p:sldId id="410" r:id="rId5"/>
    <p:sldId id="391" r:id="rId6"/>
    <p:sldId id="416" r:id="rId7"/>
    <p:sldId id="408" r:id="rId8"/>
    <p:sldId id="411" r:id="rId9"/>
    <p:sldId id="413" r:id="rId10"/>
    <p:sldId id="414" r:id="rId11"/>
    <p:sldId id="415" r:id="rId12"/>
  </p:sldIdLst>
  <p:sldSz cx="12192000" cy="6858000"/>
  <p:notesSz cx="6858000" cy="9144000"/>
  <p:defaultTextStyle>
    <a:defPPr rtl="0">
      <a:defRPr lang="zh-CN"/>
    </a:defPPr>
    <a:lvl1pPr marL="0" algn="l" defTabSz="9144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作者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AF77294-31AA-47C5-84EC-A13BAED0AD7D}" v="224" dt="2025-12-26T22:03:16.988"/>
  </p1510:revLst>
</p1510:revInfo>
</file>

<file path=ppt/tableStyles.xml><?xml version="1.0" encoding="utf-8"?>
<a:tblStyleLst xmlns:a="http://schemas.openxmlformats.org/drawingml/2006/main" def="{8A107856-5554-42FB-B03E-39F5DBC370B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822" autoAdjust="0"/>
    <p:restoredTop sz="79073" autoAdjust="0"/>
  </p:normalViewPr>
  <p:slideViewPr>
    <p:cSldViewPr snapToGrid="0">
      <p:cViewPr varScale="1">
        <p:scale>
          <a:sx n="84" d="100"/>
          <a:sy n="84" d="100"/>
        </p:scale>
        <p:origin x="1224" y="17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howGuides="1">
      <p:cViewPr varScale="1">
        <p:scale>
          <a:sx n="82" d="100"/>
          <a:sy n="82" d="100"/>
        </p:scale>
        <p:origin x="3936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microsoft.com/office/2018/10/relationships/authors" Target="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commentAuthors" Target="commentAuthors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diagrams/_rels/data1.xml.rels><?xml version="1.0" encoding="UTF-8" standalone="yes"?>
<Relationships xmlns="http://schemas.openxmlformats.org/package/2006/relationships"><Relationship Id="rId1" Type="http://schemas.openxmlformats.org/officeDocument/2006/relationships/hyperlink" Target="qf&#25152;&#22312;&#23398;&#26657;&#21487;&#35270;&#21270;.html" TargetMode="Externa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DE70A34-DAB4-485E-B8A6-44D0DF5651E4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D2A2DDE6-AE42-4DAC-9A99-CE50D60228E2}">
      <dgm:prSet phldrT="[文本]">
        <dgm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US" altLang="zh-CN" b="1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QuickForm</a:t>
          </a:r>
          <a:endParaRPr lang="zh-CN" altLang="en-US" b="1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1" action="ppaction://hlinkfile"/>
          </dgm14:cNvPr>
        </a:ext>
      </dgm:extLst>
    </dgm:pt>
    <dgm:pt modelId="{001392F8-04BD-42BA-B149-096CE70BA973}" type="parTrans" cxnId="{F49BA572-E3E4-47C8-8D82-E1EF30201FAF}">
      <dgm:prSet/>
      <dgm:spPr/>
      <dgm:t>
        <a:bodyPr/>
        <a:lstStyle/>
        <a:p>
          <a:endParaRPr lang="zh-CN" altLang="en-US"/>
        </a:p>
      </dgm:t>
    </dgm:pt>
    <dgm:pt modelId="{DE161BAA-C9D4-4EA1-95F7-D72C4362E099}" type="sibTrans" cxnId="{F49BA572-E3E4-47C8-8D82-E1EF30201FAF}">
      <dgm:prSet/>
      <dgm:spPr/>
      <dgm:t>
        <a:bodyPr/>
        <a:lstStyle/>
        <a:p>
          <a:endParaRPr lang="zh-CN" altLang="en-US"/>
        </a:p>
      </dgm:t>
    </dgm:pt>
    <dgm:pt modelId="{26E97C2E-656E-42CF-AF31-FA1B5CADA339}">
      <dgm:prSet phldrT="[文本]">
        <dgm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zh-CN" altLang="en-US" dirty="0"/>
            <a:t>校园版</a:t>
          </a:r>
        </a:p>
      </dgm:t>
    </dgm:pt>
    <dgm:pt modelId="{8F193EE0-94BE-4BD9-9042-A3F289050F05}" type="parTrans" cxnId="{2B223F38-FE62-4048-B2DA-2C45AAC54AD3}">
      <dgm:prSet/>
      <dgm:spPr/>
      <dgm:t>
        <a:bodyPr/>
        <a:lstStyle/>
        <a:p>
          <a:endParaRPr lang="zh-CN" altLang="en-US"/>
        </a:p>
      </dgm:t>
    </dgm:pt>
    <dgm:pt modelId="{F5481309-03CC-47E7-A432-7592395053DA}" type="sibTrans" cxnId="{2B223F38-FE62-4048-B2DA-2C45AAC54AD3}">
      <dgm:prSet/>
      <dgm:spPr/>
      <dgm:t>
        <a:bodyPr/>
        <a:lstStyle/>
        <a:p>
          <a:endParaRPr lang="zh-CN" altLang="en-US"/>
        </a:p>
      </dgm:t>
    </dgm:pt>
    <dgm:pt modelId="{023C302B-A37F-40D9-BB22-F2A62B1A6476}">
      <dgm:prSet phldrT="[文本]">
        <dgm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zh-CN" altLang="en-US" dirty="0"/>
            <a:t>教师版</a:t>
          </a:r>
        </a:p>
      </dgm:t>
    </dgm:pt>
    <dgm:pt modelId="{BB1FDE73-023D-467A-AF03-BEC42AA865F1}" type="parTrans" cxnId="{C0E8C9CD-FF1A-4310-A12F-8BAE45165E5B}">
      <dgm:prSet/>
      <dgm:spPr/>
      <dgm:t>
        <a:bodyPr/>
        <a:lstStyle/>
        <a:p>
          <a:endParaRPr lang="zh-CN" altLang="en-US"/>
        </a:p>
      </dgm:t>
    </dgm:pt>
    <dgm:pt modelId="{B55D5B72-BE0D-472B-8828-330218C0A772}" type="sibTrans" cxnId="{C0E8C9CD-FF1A-4310-A12F-8BAE45165E5B}">
      <dgm:prSet/>
      <dgm:spPr/>
      <dgm:t>
        <a:bodyPr/>
        <a:lstStyle/>
        <a:p>
          <a:endParaRPr lang="zh-CN" altLang="en-US"/>
        </a:p>
      </dgm:t>
    </dgm:pt>
    <dgm:pt modelId="{9971DB91-0CB3-4BBD-9363-365DA4C2F9C2}" type="pres">
      <dgm:prSet presAssocID="{1DE70A34-DAB4-485E-B8A6-44D0DF5651E4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A79D0701-7237-4A66-9CDF-E13A2BFFF554}" type="pres">
      <dgm:prSet presAssocID="{D2A2DDE6-AE42-4DAC-9A99-CE50D60228E2}" presName="hierRoot1" presStyleCnt="0">
        <dgm:presLayoutVars>
          <dgm:hierBranch val="init"/>
        </dgm:presLayoutVars>
      </dgm:prSet>
      <dgm:spPr/>
    </dgm:pt>
    <dgm:pt modelId="{79A446EF-5DEB-4DE4-BBC4-3F2496620663}" type="pres">
      <dgm:prSet presAssocID="{D2A2DDE6-AE42-4DAC-9A99-CE50D60228E2}" presName="rootComposite1" presStyleCnt="0"/>
      <dgm:spPr/>
    </dgm:pt>
    <dgm:pt modelId="{C4B446EC-8950-4EE1-BECF-AB72878AC6EF}" type="pres">
      <dgm:prSet presAssocID="{D2A2DDE6-AE42-4DAC-9A99-CE50D60228E2}" presName="rootText1" presStyleLbl="node0" presStyleIdx="0" presStyleCnt="1">
        <dgm:presLayoutVars>
          <dgm:chPref val="3"/>
        </dgm:presLayoutVars>
      </dgm:prSet>
      <dgm:spPr/>
    </dgm:pt>
    <dgm:pt modelId="{985C0261-F3A5-4278-8B34-005554EC8F42}" type="pres">
      <dgm:prSet presAssocID="{D2A2DDE6-AE42-4DAC-9A99-CE50D60228E2}" presName="rootConnector1" presStyleLbl="node1" presStyleIdx="0" presStyleCnt="0"/>
      <dgm:spPr/>
    </dgm:pt>
    <dgm:pt modelId="{9A7E1F2B-9FFD-44A7-9C91-D77B054BD5D5}" type="pres">
      <dgm:prSet presAssocID="{D2A2DDE6-AE42-4DAC-9A99-CE50D60228E2}" presName="hierChild2" presStyleCnt="0"/>
      <dgm:spPr/>
    </dgm:pt>
    <dgm:pt modelId="{974B9D8A-E9FF-4927-8DA7-B757BBA0D0D8}" type="pres">
      <dgm:prSet presAssocID="{8F193EE0-94BE-4BD9-9042-A3F289050F05}" presName="Name37" presStyleLbl="parChTrans1D2" presStyleIdx="0" presStyleCnt="2"/>
      <dgm:spPr/>
    </dgm:pt>
    <dgm:pt modelId="{98A380A2-6F13-4CDF-B651-9334AFADCBC7}" type="pres">
      <dgm:prSet presAssocID="{26E97C2E-656E-42CF-AF31-FA1B5CADA339}" presName="hierRoot2" presStyleCnt="0">
        <dgm:presLayoutVars>
          <dgm:hierBranch val="init"/>
        </dgm:presLayoutVars>
      </dgm:prSet>
      <dgm:spPr/>
    </dgm:pt>
    <dgm:pt modelId="{5C50837C-6F24-4571-A31B-CD575190A4B9}" type="pres">
      <dgm:prSet presAssocID="{26E97C2E-656E-42CF-AF31-FA1B5CADA339}" presName="rootComposite" presStyleCnt="0"/>
      <dgm:spPr/>
    </dgm:pt>
    <dgm:pt modelId="{4BA8AF5F-D3C0-473A-9D04-7702AB571A11}" type="pres">
      <dgm:prSet presAssocID="{26E97C2E-656E-42CF-AF31-FA1B5CADA339}" presName="rootText" presStyleLbl="node2" presStyleIdx="0" presStyleCnt="2">
        <dgm:presLayoutVars>
          <dgm:chPref val="3"/>
        </dgm:presLayoutVars>
      </dgm:prSet>
      <dgm:spPr/>
    </dgm:pt>
    <dgm:pt modelId="{F42BF5F8-F60F-40D9-A09E-B3159C14E7EF}" type="pres">
      <dgm:prSet presAssocID="{26E97C2E-656E-42CF-AF31-FA1B5CADA339}" presName="rootConnector" presStyleLbl="node2" presStyleIdx="0" presStyleCnt="2"/>
      <dgm:spPr/>
    </dgm:pt>
    <dgm:pt modelId="{A2FB1260-FAC8-43D5-B05A-A95DA649981E}" type="pres">
      <dgm:prSet presAssocID="{26E97C2E-656E-42CF-AF31-FA1B5CADA339}" presName="hierChild4" presStyleCnt="0"/>
      <dgm:spPr/>
    </dgm:pt>
    <dgm:pt modelId="{95D5ED54-5B4F-4BAB-83E6-28F2F9253D65}" type="pres">
      <dgm:prSet presAssocID="{26E97C2E-656E-42CF-AF31-FA1B5CADA339}" presName="hierChild5" presStyleCnt="0"/>
      <dgm:spPr/>
    </dgm:pt>
    <dgm:pt modelId="{85C569BD-93FD-4C0E-9288-0029EB709B6D}" type="pres">
      <dgm:prSet presAssocID="{BB1FDE73-023D-467A-AF03-BEC42AA865F1}" presName="Name37" presStyleLbl="parChTrans1D2" presStyleIdx="1" presStyleCnt="2"/>
      <dgm:spPr/>
    </dgm:pt>
    <dgm:pt modelId="{3D8BE7FF-7081-45F5-8A26-FFBD4D89F3A5}" type="pres">
      <dgm:prSet presAssocID="{023C302B-A37F-40D9-BB22-F2A62B1A6476}" presName="hierRoot2" presStyleCnt="0">
        <dgm:presLayoutVars>
          <dgm:hierBranch val="init"/>
        </dgm:presLayoutVars>
      </dgm:prSet>
      <dgm:spPr/>
    </dgm:pt>
    <dgm:pt modelId="{EF534CD7-3FF6-4923-AAD7-4C731D72C713}" type="pres">
      <dgm:prSet presAssocID="{023C302B-A37F-40D9-BB22-F2A62B1A6476}" presName="rootComposite" presStyleCnt="0"/>
      <dgm:spPr/>
    </dgm:pt>
    <dgm:pt modelId="{3E79EC5F-FA2B-4254-8BFC-48128E72174D}" type="pres">
      <dgm:prSet presAssocID="{023C302B-A37F-40D9-BB22-F2A62B1A6476}" presName="rootText" presStyleLbl="node2" presStyleIdx="1" presStyleCnt="2">
        <dgm:presLayoutVars>
          <dgm:chPref val="3"/>
        </dgm:presLayoutVars>
      </dgm:prSet>
      <dgm:spPr/>
    </dgm:pt>
    <dgm:pt modelId="{5ADB730A-6FE7-46D0-8424-B88A1CFD5AB8}" type="pres">
      <dgm:prSet presAssocID="{023C302B-A37F-40D9-BB22-F2A62B1A6476}" presName="rootConnector" presStyleLbl="node2" presStyleIdx="1" presStyleCnt="2"/>
      <dgm:spPr/>
    </dgm:pt>
    <dgm:pt modelId="{D00FEA0C-8609-4660-B1F7-8AE019EE3B99}" type="pres">
      <dgm:prSet presAssocID="{023C302B-A37F-40D9-BB22-F2A62B1A6476}" presName="hierChild4" presStyleCnt="0"/>
      <dgm:spPr/>
    </dgm:pt>
    <dgm:pt modelId="{B10F60AD-E95E-414B-96FE-B799BEC7F263}" type="pres">
      <dgm:prSet presAssocID="{023C302B-A37F-40D9-BB22-F2A62B1A6476}" presName="hierChild5" presStyleCnt="0"/>
      <dgm:spPr/>
    </dgm:pt>
    <dgm:pt modelId="{0DAFF70E-B334-4968-B8CB-3F8B034FBC60}" type="pres">
      <dgm:prSet presAssocID="{D2A2DDE6-AE42-4DAC-9A99-CE50D60228E2}" presName="hierChild3" presStyleCnt="0"/>
      <dgm:spPr/>
    </dgm:pt>
  </dgm:ptLst>
  <dgm:cxnLst>
    <dgm:cxn modelId="{8379040B-4201-463B-8EA9-7852DF9BAE7D}" type="presOf" srcId="{023C302B-A37F-40D9-BB22-F2A62B1A6476}" destId="{3E79EC5F-FA2B-4254-8BFC-48128E72174D}" srcOrd="0" destOrd="0" presId="urn:microsoft.com/office/officeart/2005/8/layout/orgChart1"/>
    <dgm:cxn modelId="{B6AA740B-14C1-45D5-8211-ABABA6DBA2D3}" type="presOf" srcId="{023C302B-A37F-40D9-BB22-F2A62B1A6476}" destId="{5ADB730A-6FE7-46D0-8424-B88A1CFD5AB8}" srcOrd="1" destOrd="0" presId="urn:microsoft.com/office/officeart/2005/8/layout/orgChart1"/>
    <dgm:cxn modelId="{C7356127-3B36-418F-A11B-16D93D7C37CE}" type="presOf" srcId="{26E97C2E-656E-42CF-AF31-FA1B5CADA339}" destId="{F42BF5F8-F60F-40D9-A09E-B3159C14E7EF}" srcOrd="1" destOrd="0" presId="urn:microsoft.com/office/officeart/2005/8/layout/orgChart1"/>
    <dgm:cxn modelId="{AF1F1032-39B2-4AD6-8DDB-257291ABC0BD}" type="presOf" srcId="{D2A2DDE6-AE42-4DAC-9A99-CE50D60228E2}" destId="{985C0261-F3A5-4278-8B34-005554EC8F42}" srcOrd="1" destOrd="0" presId="urn:microsoft.com/office/officeart/2005/8/layout/orgChart1"/>
    <dgm:cxn modelId="{2B223F38-FE62-4048-B2DA-2C45AAC54AD3}" srcId="{D2A2DDE6-AE42-4DAC-9A99-CE50D60228E2}" destId="{26E97C2E-656E-42CF-AF31-FA1B5CADA339}" srcOrd="0" destOrd="0" parTransId="{8F193EE0-94BE-4BD9-9042-A3F289050F05}" sibTransId="{F5481309-03CC-47E7-A432-7592395053DA}"/>
    <dgm:cxn modelId="{F49BA572-E3E4-47C8-8D82-E1EF30201FAF}" srcId="{1DE70A34-DAB4-485E-B8A6-44D0DF5651E4}" destId="{D2A2DDE6-AE42-4DAC-9A99-CE50D60228E2}" srcOrd="0" destOrd="0" parTransId="{001392F8-04BD-42BA-B149-096CE70BA973}" sibTransId="{DE161BAA-C9D4-4EA1-95F7-D72C4362E099}"/>
    <dgm:cxn modelId="{2DEDF786-207A-48CE-A5B0-1DECD2D571B2}" type="presOf" srcId="{8F193EE0-94BE-4BD9-9042-A3F289050F05}" destId="{974B9D8A-E9FF-4927-8DA7-B757BBA0D0D8}" srcOrd="0" destOrd="0" presId="urn:microsoft.com/office/officeart/2005/8/layout/orgChart1"/>
    <dgm:cxn modelId="{80B9C789-6136-4B40-80C3-69E93CBEAB0F}" type="presOf" srcId="{D2A2DDE6-AE42-4DAC-9A99-CE50D60228E2}" destId="{C4B446EC-8950-4EE1-BECF-AB72878AC6EF}" srcOrd="0" destOrd="0" presId="urn:microsoft.com/office/officeart/2005/8/layout/orgChart1"/>
    <dgm:cxn modelId="{93B49098-D264-48B8-8B23-09C0061267F4}" type="presOf" srcId="{26E97C2E-656E-42CF-AF31-FA1B5CADA339}" destId="{4BA8AF5F-D3C0-473A-9D04-7702AB571A11}" srcOrd="0" destOrd="0" presId="urn:microsoft.com/office/officeart/2005/8/layout/orgChart1"/>
    <dgm:cxn modelId="{C0E8C9CD-FF1A-4310-A12F-8BAE45165E5B}" srcId="{D2A2DDE6-AE42-4DAC-9A99-CE50D60228E2}" destId="{023C302B-A37F-40D9-BB22-F2A62B1A6476}" srcOrd="1" destOrd="0" parTransId="{BB1FDE73-023D-467A-AF03-BEC42AA865F1}" sibTransId="{B55D5B72-BE0D-472B-8828-330218C0A772}"/>
    <dgm:cxn modelId="{7A8E62FA-B3A3-4C01-85D5-49DBFE10E0B1}" type="presOf" srcId="{1DE70A34-DAB4-485E-B8A6-44D0DF5651E4}" destId="{9971DB91-0CB3-4BBD-9363-365DA4C2F9C2}" srcOrd="0" destOrd="0" presId="urn:microsoft.com/office/officeart/2005/8/layout/orgChart1"/>
    <dgm:cxn modelId="{4ADF56FD-1B4E-474B-8ECA-984BDB6214BC}" type="presOf" srcId="{BB1FDE73-023D-467A-AF03-BEC42AA865F1}" destId="{85C569BD-93FD-4C0E-9288-0029EB709B6D}" srcOrd="0" destOrd="0" presId="urn:microsoft.com/office/officeart/2005/8/layout/orgChart1"/>
    <dgm:cxn modelId="{E04CBBB4-42F7-4428-81F7-DD5922F4A92D}" type="presParOf" srcId="{9971DB91-0CB3-4BBD-9363-365DA4C2F9C2}" destId="{A79D0701-7237-4A66-9CDF-E13A2BFFF554}" srcOrd="0" destOrd="0" presId="urn:microsoft.com/office/officeart/2005/8/layout/orgChart1"/>
    <dgm:cxn modelId="{C36435DA-70FB-4459-9C53-E60736645E92}" type="presParOf" srcId="{A79D0701-7237-4A66-9CDF-E13A2BFFF554}" destId="{79A446EF-5DEB-4DE4-BBC4-3F2496620663}" srcOrd="0" destOrd="0" presId="urn:microsoft.com/office/officeart/2005/8/layout/orgChart1"/>
    <dgm:cxn modelId="{DF557A70-F72F-4835-94CE-7B99436605FA}" type="presParOf" srcId="{79A446EF-5DEB-4DE4-BBC4-3F2496620663}" destId="{C4B446EC-8950-4EE1-BECF-AB72878AC6EF}" srcOrd="0" destOrd="0" presId="urn:microsoft.com/office/officeart/2005/8/layout/orgChart1"/>
    <dgm:cxn modelId="{FA9A4439-67B9-484F-9457-2C9428918E16}" type="presParOf" srcId="{79A446EF-5DEB-4DE4-BBC4-3F2496620663}" destId="{985C0261-F3A5-4278-8B34-005554EC8F42}" srcOrd="1" destOrd="0" presId="urn:microsoft.com/office/officeart/2005/8/layout/orgChart1"/>
    <dgm:cxn modelId="{7CF211B0-9726-4AA1-B334-5ECB8155DE67}" type="presParOf" srcId="{A79D0701-7237-4A66-9CDF-E13A2BFFF554}" destId="{9A7E1F2B-9FFD-44A7-9C91-D77B054BD5D5}" srcOrd="1" destOrd="0" presId="urn:microsoft.com/office/officeart/2005/8/layout/orgChart1"/>
    <dgm:cxn modelId="{AB8C36CB-910F-45C9-87AA-25AE3F717DF2}" type="presParOf" srcId="{9A7E1F2B-9FFD-44A7-9C91-D77B054BD5D5}" destId="{974B9D8A-E9FF-4927-8DA7-B757BBA0D0D8}" srcOrd="0" destOrd="0" presId="urn:microsoft.com/office/officeart/2005/8/layout/orgChart1"/>
    <dgm:cxn modelId="{79CD824C-40A5-4896-85B6-CACDB06807DA}" type="presParOf" srcId="{9A7E1F2B-9FFD-44A7-9C91-D77B054BD5D5}" destId="{98A380A2-6F13-4CDF-B651-9334AFADCBC7}" srcOrd="1" destOrd="0" presId="urn:microsoft.com/office/officeart/2005/8/layout/orgChart1"/>
    <dgm:cxn modelId="{44C32648-8223-47C3-961E-4A1ADBAF6BBD}" type="presParOf" srcId="{98A380A2-6F13-4CDF-B651-9334AFADCBC7}" destId="{5C50837C-6F24-4571-A31B-CD575190A4B9}" srcOrd="0" destOrd="0" presId="urn:microsoft.com/office/officeart/2005/8/layout/orgChart1"/>
    <dgm:cxn modelId="{EAD13FF5-CFB4-43BE-994E-623994CECA89}" type="presParOf" srcId="{5C50837C-6F24-4571-A31B-CD575190A4B9}" destId="{4BA8AF5F-D3C0-473A-9D04-7702AB571A11}" srcOrd="0" destOrd="0" presId="urn:microsoft.com/office/officeart/2005/8/layout/orgChart1"/>
    <dgm:cxn modelId="{6F97263B-0CD5-48B5-BB06-5CD814EA5218}" type="presParOf" srcId="{5C50837C-6F24-4571-A31B-CD575190A4B9}" destId="{F42BF5F8-F60F-40D9-A09E-B3159C14E7EF}" srcOrd="1" destOrd="0" presId="urn:microsoft.com/office/officeart/2005/8/layout/orgChart1"/>
    <dgm:cxn modelId="{A488B4CA-E398-4624-8DC8-F66C4021B15A}" type="presParOf" srcId="{98A380A2-6F13-4CDF-B651-9334AFADCBC7}" destId="{A2FB1260-FAC8-43D5-B05A-A95DA649981E}" srcOrd="1" destOrd="0" presId="urn:microsoft.com/office/officeart/2005/8/layout/orgChart1"/>
    <dgm:cxn modelId="{60DC1923-7A0D-4C98-BB7E-8E5AC3164871}" type="presParOf" srcId="{98A380A2-6F13-4CDF-B651-9334AFADCBC7}" destId="{95D5ED54-5B4F-4BAB-83E6-28F2F9253D65}" srcOrd="2" destOrd="0" presId="urn:microsoft.com/office/officeart/2005/8/layout/orgChart1"/>
    <dgm:cxn modelId="{A495D8E2-94E5-4F6F-BDB5-E6153E8D839B}" type="presParOf" srcId="{9A7E1F2B-9FFD-44A7-9C91-D77B054BD5D5}" destId="{85C569BD-93FD-4C0E-9288-0029EB709B6D}" srcOrd="2" destOrd="0" presId="urn:microsoft.com/office/officeart/2005/8/layout/orgChart1"/>
    <dgm:cxn modelId="{E37EF249-6BA8-4E3A-8ED6-3DCB2EA32357}" type="presParOf" srcId="{9A7E1F2B-9FFD-44A7-9C91-D77B054BD5D5}" destId="{3D8BE7FF-7081-45F5-8A26-FFBD4D89F3A5}" srcOrd="3" destOrd="0" presId="urn:microsoft.com/office/officeart/2005/8/layout/orgChart1"/>
    <dgm:cxn modelId="{C6CAFEB9-4804-4E97-8D45-8C47F781D2EE}" type="presParOf" srcId="{3D8BE7FF-7081-45F5-8A26-FFBD4D89F3A5}" destId="{EF534CD7-3FF6-4923-AAD7-4C731D72C713}" srcOrd="0" destOrd="0" presId="urn:microsoft.com/office/officeart/2005/8/layout/orgChart1"/>
    <dgm:cxn modelId="{0C17BDAB-A35B-4475-9E03-A6693C48D6BB}" type="presParOf" srcId="{EF534CD7-3FF6-4923-AAD7-4C731D72C713}" destId="{3E79EC5F-FA2B-4254-8BFC-48128E72174D}" srcOrd="0" destOrd="0" presId="urn:microsoft.com/office/officeart/2005/8/layout/orgChart1"/>
    <dgm:cxn modelId="{BE7F0BF7-ACA8-4772-80E7-8079594F8284}" type="presParOf" srcId="{EF534CD7-3FF6-4923-AAD7-4C731D72C713}" destId="{5ADB730A-6FE7-46D0-8424-B88A1CFD5AB8}" srcOrd="1" destOrd="0" presId="urn:microsoft.com/office/officeart/2005/8/layout/orgChart1"/>
    <dgm:cxn modelId="{C6B9879D-F0FB-49CE-93B0-81BA133742A3}" type="presParOf" srcId="{3D8BE7FF-7081-45F5-8A26-FFBD4D89F3A5}" destId="{D00FEA0C-8609-4660-B1F7-8AE019EE3B99}" srcOrd="1" destOrd="0" presId="urn:microsoft.com/office/officeart/2005/8/layout/orgChart1"/>
    <dgm:cxn modelId="{3E021071-405E-42DD-BD85-6A41609B04A2}" type="presParOf" srcId="{3D8BE7FF-7081-45F5-8A26-FFBD4D89F3A5}" destId="{B10F60AD-E95E-414B-96FE-B799BEC7F263}" srcOrd="2" destOrd="0" presId="urn:microsoft.com/office/officeart/2005/8/layout/orgChart1"/>
    <dgm:cxn modelId="{AF4F72CD-FDF3-4665-A1B5-BC7C7115C02D}" type="presParOf" srcId="{A79D0701-7237-4A66-9CDF-E13A2BFFF554}" destId="{0DAFF70E-B334-4968-B8CB-3F8B034FBC60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5C569BD-93FD-4C0E-9288-0029EB709B6D}">
      <dsp:nvSpPr>
        <dsp:cNvPr id="0" name=""/>
        <dsp:cNvSpPr/>
      </dsp:nvSpPr>
      <dsp:spPr>
        <a:xfrm>
          <a:off x="3663387" y="1772835"/>
          <a:ext cx="2004778" cy="69587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47936"/>
              </a:lnTo>
              <a:lnTo>
                <a:pt x="2004778" y="347936"/>
              </a:lnTo>
              <a:lnTo>
                <a:pt x="2004778" y="695873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74B9D8A-E9FF-4927-8DA7-B757BBA0D0D8}">
      <dsp:nvSpPr>
        <dsp:cNvPr id="0" name=""/>
        <dsp:cNvSpPr/>
      </dsp:nvSpPr>
      <dsp:spPr>
        <a:xfrm>
          <a:off x="1658608" y="1772835"/>
          <a:ext cx="2004778" cy="695873"/>
        </a:xfrm>
        <a:custGeom>
          <a:avLst/>
          <a:gdLst/>
          <a:ahLst/>
          <a:cxnLst/>
          <a:rect l="0" t="0" r="0" b="0"/>
          <a:pathLst>
            <a:path>
              <a:moveTo>
                <a:pt x="2004778" y="0"/>
              </a:moveTo>
              <a:lnTo>
                <a:pt x="2004778" y="347936"/>
              </a:lnTo>
              <a:lnTo>
                <a:pt x="0" y="347936"/>
              </a:lnTo>
              <a:lnTo>
                <a:pt x="0" y="695873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4B446EC-8950-4EE1-BECF-AB72878AC6EF}">
      <dsp:nvSpPr>
        <dsp:cNvPr id="0" name=""/>
        <dsp:cNvSpPr/>
      </dsp:nvSpPr>
      <dsp:spPr>
        <a:xfrm>
          <a:off x="2006545" y="115993"/>
          <a:ext cx="3313684" cy="1656842"/>
        </a:xfrm>
        <a:prstGeom prst="rect">
          <a:avLst/>
        </a:prstGeom>
        <a:gradFill rotWithShape="1">
          <a:gsLst>
            <a:gs pos="0">
              <a:schemeClr val="accent3">
                <a:satMod val="103000"/>
                <a:lumMod val="102000"/>
                <a:tint val="94000"/>
              </a:schemeClr>
            </a:gs>
            <a:gs pos="50000">
              <a:schemeClr val="accent3">
                <a:satMod val="110000"/>
                <a:lumMod val="100000"/>
                <a:shade val="100000"/>
              </a:schemeClr>
            </a:gs>
            <a:gs pos="100000">
              <a:schemeClr val="accent3"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hemeClr val="accent3"/>
        </a:lnRef>
        <a:fillRef idx="3">
          <a:schemeClr val="accent3"/>
        </a:fillRef>
        <a:effectRef idx="3">
          <a:schemeClr val="accent3"/>
        </a:effectRef>
        <a:fontRef idx="minor">
          <a:schemeClr val="lt1"/>
        </a:fontRef>
      </dsp:style>
      <dsp:txBody>
        <a:bodyPr spcFirstLastPara="0" vert="horz" wrap="square" lIns="32385" tIns="32385" rIns="32385" bIns="32385" numCol="1" spcCol="1270" anchor="ctr" anchorCtr="0">
          <a:noAutofit/>
        </a:bodyPr>
        <a:lstStyle/>
        <a:p>
          <a:pPr marL="0" lvl="0" indent="0" algn="ctr" defTabSz="2266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5100" b="1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QuickForm</a:t>
          </a:r>
          <a:endParaRPr lang="zh-CN" altLang="en-US" sz="5100" b="1" kern="1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006545" y="115993"/>
        <a:ext cx="3313684" cy="1656842"/>
      </dsp:txXfrm>
    </dsp:sp>
    <dsp:sp modelId="{4BA8AF5F-D3C0-473A-9D04-7702AB571A11}">
      <dsp:nvSpPr>
        <dsp:cNvPr id="0" name=""/>
        <dsp:cNvSpPr/>
      </dsp:nvSpPr>
      <dsp:spPr>
        <a:xfrm>
          <a:off x="1766" y="2468708"/>
          <a:ext cx="3313684" cy="1656842"/>
        </a:xfrm>
        <a:prstGeom prst="rect">
          <a:avLst/>
        </a:prstGeom>
        <a:gradFill rotWithShape="1">
          <a:gsLst>
            <a:gs pos="0">
              <a:schemeClr val="accent3">
                <a:satMod val="103000"/>
                <a:lumMod val="102000"/>
                <a:tint val="94000"/>
              </a:schemeClr>
            </a:gs>
            <a:gs pos="50000">
              <a:schemeClr val="accent3">
                <a:satMod val="110000"/>
                <a:lumMod val="100000"/>
                <a:shade val="100000"/>
              </a:schemeClr>
            </a:gs>
            <a:gs pos="100000">
              <a:schemeClr val="accent3"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hemeClr val="accent3"/>
        </a:lnRef>
        <a:fillRef idx="3">
          <a:schemeClr val="accent3"/>
        </a:fillRef>
        <a:effectRef idx="3">
          <a:schemeClr val="accent3"/>
        </a:effectRef>
        <a:fontRef idx="minor">
          <a:schemeClr val="lt1"/>
        </a:fontRef>
      </dsp:style>
      <dsp:txBody>
        <a:bodyPr spcFirstLastPara="0" vert="horz" wrap="square" lIns="32385" tIns="32385" rIns="32385" bIns="32385" numCol="1" spcCol="1270" anchor="ctr" anchorCtr="0">
          <a:noAutofit/>
        </a:bodyPr>
        <a:lstStyle/>
        <a:p>
          <a:pPr marL="0" lvl="0" indent="0" algn="ctr" defTabSz="2266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5100" kern="1200" dirty="0"/>
            <a:t>校园版</a:t>
          </a:r>
        </a:p>
      </dsp:txBody>
      <dsp:txXfrm>
        <a:off x="1766" y="2468708"/>
        <a:ext cx="3313684" cy="1656842"/>
      </dsp:txXfrm>
    </dsp:sp>
    <dsp:sp modelId="{3E79EC5F-FA2B-4254-8BFC-48128E72174D}">
      <dsp:nvSpPr>
        <dsp:cNvPr id="0" name=""/>
        <dsp:cNvSpPr/>
      </dsp:nvSpPr>
      <dsp:spPr>
        <a:xfrm>
          <a:off x="4011324" y="2468708"/>
          <a:ext cx="3313684" cy="1656842"/>
        </a:xfrm>
        <a:prstGeom prst="rect">
          <a:avLst/>
        </a:prstGeom>
        <a:gradFill rotWithShape="1">
          <a:gsLst>
            <a:gs pos="0">
              <a:schemeClr val="accent3">
                <a:satMod val="103000"/>
                <a:lumMod val="102000"/>
                <a:tint val="94000"/>
              </a:schemeClr>
            </a:gs>
            <a:gs pos="50000">
              <a:schemeClr val="accent3">
                <a:satMod val="110000"/>
                <a:lumMod val="100000"/>
                <a:shade val="100000"/>
              </a:schemeClr>
            </a:gs>
            <a:gs pos="100000">
              <a:schemeClr val="accent3"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hemeClr val="accent3"/>
        </a:lnRef>
        <a:fillRef idx="3">
          <a:schemeClr val="accent3"/>
        </a:fillRef>
        <a:effectRef idx="3">
          <a:schemeClr val="accent3"/>
        </a:effectRef>
        <a:fontRef idx="minor">
          <a:schemeClr val="lt1"/>
        </a:fontRef>
      </dsp:style>
      <dsp:txBody>
        <a:bodyPr spcFirstLastPara="0" vert="horz" wrap="square" lIns="32385" tIns="32385" rIns="32385" bIns="32385" numCol="1" spcCol="1270" anchor="ctr" anchorCtr="0">
          <a:noAutofit/>
        </a:bodyPr>
        <a:lstStyle/>
        <a:p>
          <a:pPr marL="0" lvl="0" indent="0" algn="ctr" defTabSz="2266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5100" kern="1200" dirty="0"/>
            <a:t>教师版</a:t>
          </a:r>
        </a:p>
      </dsp:txBody>
      <dsp:txXfrm>
        <a:off x="4011324" y="2468708"/>
        <a:ext cx="3313684" cy="165684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8F6756E-81DA-9FAC-70D8-556F658BDDA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zh-CN" sz="1200"/>
            </a:lvl1pPr>
          </a:lstStyle>
          <a:p>
            <a:pPr rtl="0"/>
            <a:fld id="{F32C39B4-1C2F-46CB-8CDC-53823627074F}" type="datetime1"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2026/1/2</a:t>
            </a:fld>
            <a:endParaRPr lang="zh-CN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6" name="幻灯片编号占位符 5">
            <a:extLst>
              <a:ext uri="{FF2B5EF4-FFF2-40B4-BE49-F238E27FC236}">
                <a16:creationId xmlns:a16="http://schemas.microsoft.com/office/drawing/2014/main" id="{A771D415-D05A-7067-CCD3-457153D96CD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zh-CN" sz="1200"/>
            </a:lvl1pPr>
          </a:lstStyle>
          <a:p>
            <a:pPr rtl="0"/>
            <a:fld id="{E2C230DF-5933-439D-898F-38E9AC9BA688}" type="slidenum">
              <a:rPr 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‹#›</a:t>
            </a:fld>
            <a:endParaRPr lang="zh-CN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7" name="页脚占位符 6">
            <a:extLst>
              <a:ext uri="{FF2B5EF4-FFF2-40B4-BE49-F238E27FC236}">
                <a16:creationId xmlns:a16="http://schemas.microsoft.com/office/drawing/2014/main" id="{B97095E3-54D2-CFD2-4F49-7536FC8641D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zh-CN" sz="1200"/>
            </a:lvl1pPr>
          </a:lstStyle>
          <a:p>
            <a:pPr rtl="0"/>
            <a:endParaRPr lang="zh-CN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8" name="页眉占位符 7">
            <a:extLst>
              <a:ext uri="{FF2B5EF4-FFF2-40B4-BE49-F238E27FC236}">
                <a16:creationId xmlns:a16="http://schemas.microsoft.com/office/drawing/2014/main" id="{521EE01A-C0B5-5ECF-96DD-768F86AA15C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zh-CN" sz="1200"/>
            </a:lvl1pPr>
          </a:lstStyle>
          <a:p>
            <a:pPr rtl="0"/>
            <a:endParaRPr lang="zh-CN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532284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zh-CN" sz="1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endParaRPr lang="zh-CN" altLang="en-US" noProof="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zh-CN" sz="1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E526AB7C-14EB-4F76-BC62-F231A270ACC9}" type="datetime1">
              <a:rPr lang="en-US" altLang="zh-CN" smtClean="0"/>
              <a:pPr/>
              <a:t>1/2/26</a:t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>
            <a:defPPr>
              <a:defRPr lang="zh-CN"/>
            </a:defPPr>
          </a:lstStyle>
          <a:p>
            <a:pPr rtl="0"/>
            <a:endParaRPr lang="zh-CN" altLang="en-US" noProof="0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zh-CN"/>
            </a:defPPr>
          </a:lstStyle>
          <a:p>
            <a:pPr lvl="0" rtl="0"/>
            <a:r>
              <a:rPr lang="zh-CN" altLang="en-US" noProof="0" dirty="0"/>
              <a:t>单击此处编辑母版文本样式</a:t>
            </a:r>
          </a:p>
          <a:p>
            <a:pPr lvl="1" rtl="0"/>
            <a:r>
              <a:rPr lang="zh-CN" altLang="en-US" noProof="0" dirty="0"/>
              <a:t>第二级</a:t>
            </a:r>
          </a:p>
          <a:p>
            <a:pPr lvl="2" rtl="0"/>
            <a:r>
              <a:rPr lang="zh-CN" altLang="en-US" noProof="0" dirty="0"/>
              <a:t>第三级</a:t>
            </a:r>
          </a:p>
          <a:p>
            <a:pPr lvl="3" rtl="0"/>
            <a:r>
              <a:rPr lang="zh-CN" altLang="en-US" noProof="0" dirty="0"/>
              <a:t>第四级</a:t>
            </a:r>
          </a:p>
          <a:p>
            <a:pPr lvl="4" rtl="0"/>
            <a:r>
              <a:rPr lang="zh-CN" altLang="en-US" noProof="0" dirty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zh-CN" sz="1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endParaRPr lang="zh-CN" altLang="en-US" noProof="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zh-CN" sz="1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A89C7E07-3C67-C64C-8DA0-0404F6303970}" type="slidenum">
              <a:rPr lang="en-US" altLang="zh-CN" noProof="0" smtClean="0"/>
              <a:pPr/>
              <a:t>‹#›</a:t>
            </a:fld>
            <a:endParaRPr lang="zh-CN" altLang="en-US" noProof="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325283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lang="zh-CN"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1pPr>
    <a:lvl2pPr marL="457200" algn="l" defTabSz="914400" rtl="0" eaLnBrk="1" latinLnBrk="0" hangingPunct="1">
      <a:defRPr lang="zh-CN"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2pPr>
    <a:lvl3pPr marL="914400" algn="l" defTabSz="914400" rtl="0" eaLnBrk="1" latinLnBrk="0" hangingPunct="1">
      <a:defRPr lang="zh-CN"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3pPr>
    <a:lvl4pPr marL="1371600" algn="l" defTabSz="914400" rtl="0" eaLnBrk="1" latinLnBrk="0" hangingPunct="1">
      <a:defRPr lang="zh-CN"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4pPr>
    <a:lvl5pPr marL="1828800" algn="l" defTabSz="914400" rtl="0" eaLnBrk="1" latinLnBrk="0" hangingPunct="1">
      <a:defRPr lang="zh-CN"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5pPr>
    <a:lvl6pPr marL="2286000" algn="l" defTabSz="914400" rtl="0" eaLnBrk="1" latinLnBrk="0" hangingPunct="1">
      <a:defRPr lang="zh-CN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zh-CN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zh-CN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zh-CN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endParaRPr lang="zh-CN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fld id="{A89C7E07-3C67-C64C-8DA0-0404F6303970}" type="slidenum">
              <a:rPr lang="zh-CN" smtClean="0"/>
              <a:t>1</a:t>
            </a:fld>
            <a:endParaRPr lang="zh-CN" dirty="0"/>
          </a:p>
        </p:txBody>
      </p:sp>
    </p:spTree>
    <p:extLst>
      <p:ext uri="{BB962C8B-B14F-4D97-AF65-F5344CB8AC3E}">
        <p14:creationId xmlns:p14="http://schemas.microsoft.com/office/powerpoint/2010/main" val="10924538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zh-CN"/>
            </a:defPPr>
          </a:lstStyle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rPr>
              <a:t>全国都在谈“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rPr>
              <a:t>AI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rPr>
              <a:t>赋能学科教学”，但走进真实课堂，老师最常见的感受是：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rPr>
              <a:t>概念很热，工具很难；方案很大，落地很难。</a:t>
            </a:r>
            <a:br>
              <a:rPr lang="zh-CN" altLang="en-US" sz="1200" b="0" i="0" kern="1200" dirty="0">
                <a:solidFill>
                  <a:schemeClr val="tx1"/>
                </a:solidFill>
                <a:effectLst/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rPr>
            </a:b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rPr>
              <a:t>我需要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rPr>
              <a:t>一款拿来就能用、用完立刻见效的低门槛工具。</a:t>
            </a:r>
            <a:endParaRPr lang="zh-CN" altLang="en-US" sz="1200" b="0" i="0" kern="1200" dirty="0">
              <a:solidFill>
                <a:schemeClr val="tx1"/>
              </a:solidFill>
              <a:effectLst/>
              <a:latin typeface="Microsoft YaHei UI" panose="020B0503020204020204" pitchFamily="34" charset="-122"/>
              <a:ea typeface="Microsoft YaHei UI" panose="020B0503020204020204" pitchFamily="34" charset="-122"/>
              <a:cs typeface="+mn-cs"/>
            </a:endParaRP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rPr>
              <a:t>所以我们做了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rPr>
              <a:t>——</a:t>
            </a:r>
            <a:r>
              <a:rPr lang="en-US" altLang="zh-CN" sz="1200" b="1" i="0" kern="1200" dirty="0" err="1">
                <a:solidFill>
                  <a:schemeClr val="tx1"/>
                </a:solidFill>
                <a:effectLst/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rPr>
              <a:t>QuickForm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rPr>
              <a:t>：一款能撬动课堂互动的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rPr>
              <a:t>AI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rPr>
              <a:t>教学工具。</a:t>
            </a:r>
          </a:p>
          <a:p>
            <a:endParaRPr lang="zh-CN" altLang="en-US" sz="1200" b="0" i="0" kern="1200" dirty="0">
              <a:solidFill>
                <a:schemeClr val="tx1"/>
              </a:solidFill>
              <a:effectLst/>
              <a:latin typeface="Microsoft YaHei UI" panose="020B0503020204020204" pitchFamily="34" charset="-122"/>
              <a:ea typeface="Microsoft YaHei UI" panose="020B0503020204020204" pitchFamily="34" charset="-122"/>
              <a:cs typeface="+mn-cs"/>
            </a:endParaRP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fld id="{A89C7E07-3C67-C64C-8DA0-0404F6303970}" type="slidenum">
              <a:rPr lang="en-US" altLang="zh-CN" smtClean="0"/>
              <a:t>2</a:t>
            </a:fld>
            <a:endParaRPr lang="zh-CN" dirty="0"/>
          </a:p>
        </p:txBody>
      </p:sp>
    </p:spTree>
    <p:extLst>
      <p:ext uri="{BB962C8B-B14F-4D97-AF65-F5344CB8AC3E}">
        <p14:creationId xmlns:p14="http://schemas.microsoft.com/office/powerpoint/2010/main" val="39082765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97032C-682B-6FC0-08B4-BC51AF8AE2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EC248A8-B336-ADF4-BC44-CEC67E29CD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A6C034E-ABFF-75F4-A7AC-71BE3E2148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zh-CN"/>
            </a:defPPr>
          </a:lstStyle>
          <a:p>
            <a:endParaRPr lang="zh-CN" altLang="en-US" sz="1200" b="0" i="0" kern="1200" dirty="0">
              <a:solidFill>
                <a:schemeClr val="tx1"/>
              </a:solidFill>
              <a:effectLst/>
              <a:latin typeface="Microsoft YaHei UI" panose="020B0503020204020204" pitchFamily="34" charset="-122"/>
              <a:ea typeface="Microsoft YaHei UI" panose="020B0503020204020204" pitchFamily="34" charset="-122"/>
              <a:cs typeface="+mn-cs"/>
            </a:endParaRPr>
          </a:p>
        </p:txBody>
      </p:sp>
      <p:sp>
        <p:nvSpPr>
          <p:cNvPr id="4" name="幻灯片编号占位符 3">
            <a:extLst>
              <a:ext uri="{FF2B5EF4-FFF2-40B4-BE49-F238E27FC236}">
                <a16:creationId xmlns:a16="http://schemas.microsoft.com/office/drawing/2014/main" id="{1457D0B1-0B0D-5EE4-289C-BCA35B99AD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fld id="{A89C7E07-3C67-C64C-8DA0-0404F6303970}" type="slidenum">
              <a:rPr lang="en-US" altLang="zh-CN" smtClean="0"/>
              <a:t>3</a:t>
            </a:fld>
            <a:endParaRPr lang="zh-CN" dirty="0"/>
          </a:p>
        </p:txBody>
      </p:sp>
    </p:spTree>
    <p:extLst>
      <p:ext uri="{BB962C8B-B14F-4D97-AF65-F5344CB8AC3E}">
        <p14:creationId xmlns:p14="http://schemas.microsoft.com/office/powerpoint/2010/main" val="645926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r>
              <a:rPr lang="zh-CN" altLang="en-US" dirty="0"/>
              <a:t>一分半</a:t>
            </a:r>
            <a:endParaRPr lang="zh-CN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fld id="{A89C7E07-3C67-C64C-8DA0-0404F6303970}" type="slidenum">
              <a:rPr lang="en-US" altLang="zh-CN" smtClean="0"/>
              <a:t>4</a:t>
            </a:fld>
            <a:endParaRPr lang="zh-CN" dirty="0"/>
          </a:p>
        </p:txBody>
      </p:sp>
    </p:spTree>
    <p:extLst>
      <p:ext uri="{BB962C8B-B14F-4D97-AF65-F5344CB8AC3E}">
        <p14:creationId xmlns:p14="http://schemas.microsoft.com/office/powerpoint/2010/main" val="23861837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27E808-1918-EFE4-6A70-CCCD61BA6D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E7A57FD-5E4F-F9A8-1621-DD7CEFF636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41E7F5E-8B64-19B5-3D34-B296E530F4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endParaRPr lang="zh-CN" dirty="0"/>
          </a:p>
        </p:txBody>
      </p:sp>
      <p:sp>
        <p:nvSpPr>
          <p:cNvPr id="4" name="幻灯片编号占位符 3">
            <a:extLst>
              <a:ext uri="{FF2B5EF4-FFF2-40B4-BE49-F238E27FC236}">
                <a16:creationId xmlns:a16="http://schemas.microsoft.com/office/drawing/2014/main" id="{06B07CFF-C66F-2A16-B989-581DFB0E7E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fld id="{A89C7E07-3C67-C64C-8DA0-0404F6303970}" type="slidenum">
              <a:rPr lang="en-US" altLang="zh-CN" smtClean="0"/>
              <a:t>5</a:t>
            </a:fld>
            <a:endParaRPr lang="zh-CN" dirty="0"/>
          </a:p>
        </p:txBody>
      </p:sp>
    </p:spTree>
    <p:extLst>
      <p:ext uri="{BB962C8B-B14F-4D97-AF65-F5344CB8AC3E}">
        <p14:creationId xmlns:p14="http://schemas.microsoft.com/office/powerpoint/2010/main" val="15049436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5CF581-17F0-C119-2F07-5F59A42134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4A0D520-7727-EDBE-1B96-5AF270A408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235F7FB-1613-563A-EA7B-6B8B8D2977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endParaRPr lang="zh-CN" dirty="0"/>
          </a:p>
        </p:txBody>
      </p:sp>
      <p:sp>
        <p:nvSpPr>
          <p:cNvPr id="4" name="幻灯片编号占位符 3">
            <a:extLst>
              <a:ext uri="{FF2B5EF4-FFF2-40B4-BE49-F238E27FC236}">
                <a16:creationId xmlns:a16="http://schemas.microsoft.com/office/drawing/2014/main" id="{61986FE6-ED64-3B18-0C2B-2BC6F3CBC3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fld id="{A89C7E07-3C67-C64C-8DA0-0404F6303970}" type="slidenum">
              <a:rPr lang="en-US" altLang="zh-CN" smtClean="0"/>
              <a:t>6</a:t>
            </a:fld>
            <a:endParaRPr lang="zh-CN" dirty="0"/>
          </a:p>
        </p:txBody>
      </p:sp>
    </p:spTree>
    <p:extLst>
      <p:ext uri="{BB962C8B-B14F-4D97-AF65-F5344CB8AC3E}">
        <p14:creationId xmlns:p14="http://schemas.microsoft.com/office/powerpoint/2010/main" val="25504628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0CFA35-5D3D-798C-BCA7-EF0DC4E6E4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195B70F-F5CD-3BC2-3944-A817099029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A6090A7-E8D1-2BAE-4F31-6C5242D752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endParaRPr lang="zh-CN" dirty="0"/>
          </a:p>
        </p:txBody>
      </p:sp>
      <p:sp>
        <p:nvSpPr>
          <p:cNvPr id="4" name="幻灯片编号占位符 3">
            <a:extLst>
              <a:ext uri="{FF2B5EF4-FFF2-40B4-BE49-F238E27FC236}">
                <a16:creationId xmlns:a16="http://schemas.microsoft.com/office/drawing/2014/main" id="{988DF298-E9D5-D957-185E-50FF5945A5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fld id="{A89C7E07-3C67-C64C-8DA0-0404F6303970}" type="slidenum">
              <a:rPr lang="en-US" altLang="zh-CN" smtClean="0"/>
              <a:t>7</a:t>
            </a:fld>
            <a:endParaRPr lang="zh-CN" dirty="0"/>
          </a:p>
        </p:txBody>
      </p:sp>
    </p:spTree>
    <p:extLst>
      <p:ext uri="{BB962C8B-B14F-4D97-AF65-F5344CB8AC3E}">
        <p14:creationId xmlns:p14="http://schemas.microsoft.com/office/powerpoint/2010/main" val="302098875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CC776F-AA6B-F668-B952-7201672621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B900B39-C899-2855-09FB-9933E16E20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FB629A8-0DE5-9BD0-13F4-2C32235B20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r>
              <a:rPr lang="en-US" altLang="zh-CN" dirty="0" err="1"/>
              <a:t>Quickform</a:t>
            </a:r>
            <a:r>
              <a:rPr lang="zh-CN" altLang="en-US" dirty="0"/>
              <a:t>分为教师版和校园版。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目前大家使用的是校园版，适合一个学校或者区域使用，支持多用户管理。需要校园版的单位，需要跟项目组（我校和温州大学组成）签合作协议。</a:t>
            </a:r>
            <a:endParaRPr lang="zh-CN" altLang="zh-CN" dirty="0"/>
          </a:p>
          <a:p>
            <a:pPr rtl="0"/>
            <a:r>
              <a:rPr lang="zh-CN" altLang="en-US" dirty="0"/>
              <a:t>个人版使用最宽松的协议，类似</a:t>
            </a:r>
            <a:r>
              <a:rPr lang="en-US" altLang="zh-CN" dirty="0"/>
              <a:t>MIT</a:t>
            </a:r>
            <a:r>
              <a:rPr lang="zh-CN" altLang="en-US" dirty="0"/>
              <a:t>（待定）。</a:t>
            </a:r>
            <a:endParaRPr lang="zh-CN" dirty="0"/>
          </a:p>
        </p:txBody>
      </p:sp>
      <p:sp>
        <p:nvSpPr>
          <p:cNvPr id="4" name="幻灯片编号占位符 3">
            <a:extLst>
              <a:ext uri="{FF2B5EF4-FFF2-40B4-BE49-F238E27FC236}">
                <a16:creationId xmlns:a16="http://schemas.microsoft.com/office/drawing/2014/main" id="{237E4FFA-07A1-F3C3-79DE-D7F77B658A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fld id="{A89C7E07-3C67-C64C-8DA0-0404F6303970}" type="slidenum">
              <a:rPr lang="en-US" altLang="zh-CN" smtClean="0"/>
              <a:t>8</a:t>
            </a:fld>
            <a:endParaRPr lang="zh-CN" dirty="0"/>
          </a:p>
        </p:txBody>
      </p:sp>
    </p:spTree>
    <p:extLst>
      <p:ext uri="{BB962C8B-B14F-4D97-AF65-F5344CB8AC3E}">
        <p14:creationId xmlns:p14="http://schemas.microsoft.com/office/powerpoint/2010/main" val="813507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rtlCol="0" anchor="b">
            <a:normAutofit/>
          </a:bodyPr>
          <a:lstStyle>
            <a:lvl1pPr algn="l">
              <a:lnSpc>
                <a:spcPct val="80000"/>
              </a:lnSpc>
              <a:defRPr lang="zh-CN" sz="6000" b="1" i="0" spc="100" baseline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dirty="0"/>
              <a:t>单击此处添加标题 </a:t>
            </a:r>
          </a:p>
        </p:txBody>
      </p:sp>
      <p:grpSp>
        <p:nvGrpSpPr>
          <p:cNvPr id="9" name="组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任意多边形(F)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zh-CN"/>
              </a:defPPr>
            </a:lstStyle>
            <a:p>
              <a:pPr rtl="0"/>
              <a:endParaRPr lang="zh-CN" dirty="0">
                <a:latin typeface="Microsoft YaHei UI" panose="020B0503020204020204" pitchFamily="34" charset="-122"/>
              </a:endParaRPr>
            </a:p>
          </p:txBody>
        </p:sp>
        <p:sp>
          <p:nvSpPr>
            <p:cNvPr id="11" name="任意多边形(F)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zh-CN"/>
              </a:defPPr>
            </a:lstStyle>
            <a:p>
              <a:pPr rtl="0"/>
              <a:endParaRPr lang="zh-CN" dirty="0">
                <a:latin typeface="Microsoft YaHei UI" panose="020B0503020204020204" pitchFamily="34" charset="-122"/>
              </a:endParaRPr>
            </a:p>
          </p:txBody>
        </p:sp>
        <p:sp>
          <p:nvSpPr>
            <p:cNvPr id="12" name="任意多边形(F)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zh-CN"/>
              </a:defPPr>
            </a:lstStyle>
            <a:p>
              <a:pPr rtl="0"/>
              <a:endParaRPr lang="zh-CN" dirty="0">
                <a:latin typeface="Microsoft YaHei UI" panose="020B0503020204020204" pitchFamily="34" charset="-122"/>
              </a:endParaRPr>
            </a:p>
          </p:txBody>
        </p:sp>
      </p:grpSp>
      <p:cxnSp>
        <p:nvCxnSpPr>
          <p:cNvPr id="13" name="直接连接符​​(S)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13275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议程​​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 5">
            <a:extLst>
              <a:ext uri="{FF2B5EF4-FFF2-40B4-BE49-F238E27FC236}">
                <a16:creationId xmlns:a16="http://schemas.microsoft.com/office/drawing/2014/main" id="{806C6F65-35CD-D64B-992A-0C1C1E003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7" name="自选图形 24">
              <a:extLst>
                <a:ext uri="{FF2B5EF4-FFF2-40B4-BE49-F238E27FC236}">
                  <a16:creationId xmlns:a16="http://schemas.microsoft.com/office/drawing/2014/main" id="{CFD467E2-FF13-7E4F-BEF9-EA1A17665B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zh-CN"/>
              </a:defPPr>
            </a:lstStyle>
            <a:p>
              <a:pPr rtl="0"/>
              <a:endParaRPr lang="zh-CN" dirty="0">
                <a:latin typeface="Microsoft YaHei UI" panose="020B0503020204020204" pitchFamily="34" charset="-122"/>
              </a:endParaRPr>
            </a:p>
          </p:txBody>
        </p:sp>
        <p:sp>
          <p:nvSpPr>
            <p:cNvPr id="8" name="任意多边形(F) 7">
              <a:extLst>
                <a:ext uri="{FF2B5EF4-FFF2-40B4-BE49-F238E27FC236}">
                  <a16:creationId xmlns:a16="http://schemas.microsoft.com/office/drawing/2014/main" id="{CA85A327-3157-B442-993A-6900F71249AC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zh-CN"/>
              </a:defPPr>
            </a:lstStyle>
            <a:p>
              <a:pPr rtl="0"/>
              <a:endParaRPr lang="zh-CN" dirty="0">
                <a:latin typeface="Microsoft YaHei UI" panose="020B0503020204020204" pitchFamily="34" charset="-122"/>
              </a:endParaRPr>
            </a:p>
          </p:txBody>
        </p:sp>
        <p:sp>
          <p:nvSpPr>
            <p:cNvPr id="9" name="任意多边形(F) 8">
              <a:extLst>
                <a:ext uri="{FF2B5EF4-FFF2-40B4-BE49-F238E27FC236}">
                  <a16:creationId xmlns:a16="http://schemas.microsoft.com/office/drawing/2014/main" id="{9A459CB4-74AF-0544-AB1E-7CC6D10F84EB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zh-CN"/>
              </a:defPPr>
            </a:lstStyle>
            <a:p>
              <a:pPr rtl="0"/>
              <a:endParaRPr lang="zh-CN" dirty="0">
                <a:latin typeface="Microsoft YaHei UI" panose="020B0503020204020204" pitchFamily="34" charset="-122"/>
              </a:endParaRPr>
            </a:p>
          </p:txBody>
        </p:sp>
        <p:sp>
          <p:nvSpPr>
            <p:cNvPr id="10" name="任意多边形(F) 9">
              <a:extLst>
                <a:ext uri="{FF2B5EF4-FFF2-40B4-BE49-F238E27FC236}">
                  <a16:creationId xmlns:a16="http://schemas.microsoft.com/office/drawing/2014/main" id="{95A20BFD-9142-D64A-A78A-61B75FCA0D76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zh-CN"/>
              </a:defPPr>
            </a:lstStyle>
            <a:p>
              <a:pPr rtl="0"/>
              <a:endParaRPr lang="zh-CN" dirty="0">
                <a:latin typeface="Microsoft YaHei UI" panose="020B0503020204020204" pitchFamily="34" charset="-122"/>
              </a:endParaRPr>
            </a:p>
          </p:txBody>
        </p:sp>
        <p:sp>
          <p:nvSpPr>
            <p:cNvPr id="11" name="任意多边形(F) 10">
              <a:extLst>
                <a:ext uri="{FF2B5EF4-FFF2-40B4-BE49-F238E27FC236}">
                  <a16:creationId xmlns:a16="http://schemas.microsoft.com/office/drawing/2014/main" id="{B80736DF-C890-DB47-AEAA-D3D92505E632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zh-CN"/>
              </a:defPPr>
            </a:lstStyle>
            <a:p>
              <a:pPr rtl="0"/>
              <a:endParaRPr lang="zh-CN" dirty="0">
                <a:latin typeface="Microsoft YaHei UI" panose="020B0503020204020204" pitchFamily="34" charset="-122"/>
              </a:endParaRPr>
            </a:p>
          </p:txBody>
        </p:sp>
      </p:grpSp>
      <p:sp>
        <p:nvSpPr>
          <p:cNvPr id="12" name="标题 1">
            <a:extLst>
              <a:ext uri="{FF2B5EF4-FFF2-40B4-BE49-F238E27FC236}">
                <a16:creationId xmlns:a16="http://schemas.microsoft.com/office/drawing/2014/main" id="{39F93F26-ED5C-E74E-BFBD-E3054DC1B9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89572"/>
            <a:ext cx="6787747" cy="1593507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lang="zh-CN" sz="4400" b="1" i="0" spc="50" baseline="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dirty="0"/>
              <a:t>单击此处添加标题 </a:t>
            </a:r>
          </a:p>
        </p:txBody>
      </p:sp>
      <p:sp>
        <p:nvSpPr>
          <p:cNvPr id="2" name="内容占位符 5">
            <a:extLst>
              <a:ext uri="{FF2B5EF4-FFF2-40B4-BE49-F238E27FC236}">
                <a16:creationId xmlns:a16="http://schemas.microsoft.com/office/drawing/2014/main" id="{186153BD-9D2B-47EB-3553-1D3F6663B2A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4359" y="2281918"/>
            <a:ext cx="6787747" cy="3708517"/>
          </a:xfrm>
        </p:spPr>
        <p:txBody>
          <a:bodyPr lIns="0" tIns="228600" rIns="0" bIns="0" rtlCol="0">
            <a:normAutofit/>
          </a:bodyPr>
          <a:lstStyle>
            <a:lvl1pPr marL="283464" indent="-283464">
              <a:lnSpc>
                <a:spcPct val="80000"/>
              </a:lnSpc>
              <a:spcBef>
                <a:spcPts val="2200"/>
              </a:spcBef>
              <a:buFont typeface="Arial" panose="020B0604020202020204" pitchFamily="34" charset="0"/>
              <a:buChar char="•"/>
              <a:defRPr lang="zh-CN" sz="2400" b="1" i="0" kern="1200" dirty="0">
                <a:solidFill>
                  <a:schemeClr val="tx2">
                    <a:lumMod val="7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1pPr>
            <a:lvl2pPr indent="-283464">
              <a:spcBef>
                <a:spcPts val="600"/>
              </a:spcBef>
              <a:defRPr lang="zh-CN" sz="20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2pPr>
            <a:lvl3pPr indent="-283464">
              <a:spcBef>
                <a:spcPts val="1800"/>
              </a:spcBef>
              <a:defRPr lang="zh-CN" sz="20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3pPr>
            <a:lvl4pPr indent="-283464">
              <a:spcBef>
                <a:spcPts val="1800"/>
              </a:spcBef>
              <a:defRPr lang="zh-CN" sz="20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4pPr>
            <a:lvl5pPr indent="-283464">
              <a:spcBef>
                <a:spcPts val="1800"/>
              </a:spcBef>
              <a:defRPr lang="zh-CN" sz="20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5pPr>
          </a:lstStyle>
          <a:p>
            <a:pPr lvl="0" rtl="0"/>
            <a:r>
              <a:rPr lang="zh-CN" dirty="0"/>
              <a:t>单击此处添加内容</a:t>
            </a:r>
          </a:p>
          <a:p>
            <a:pPr lvl="1" rtl="0"/>
            <a:r>
              <a:rPr lang="zh-CN" dirty="0"/>
              <a:t>第二级</a:t>
            </a:r>
          </a:p>
          <a:p>
            <a:pPr lvl="2" rtl="0"/>
            <a:r>
              <a:rPr lang="zh-CN" dirty="0"/>
              <a:t>第三级</a:t>
            </a:r>
          </a:p>
          <a:p>
            <a:pPr lvl="3" rtl="0"/>
            <a:r>
              <a:rPr lang="zh-CN" dirty="0"/>
              <a:t>第四级</a:t>
            </a:r>
          </a:p>
          <a:p>
            <a:pPr lvl="4" rtl="0"/>
            <a:r>
              <a:rPr lang="zh-CN" dirty="0"/>
              <a:t>第五级</a:t>
            </a:r>
          </a:p>
        </p:txBody>
      </p:sp>
      <p:sp>
        <p:nvSpPr>
          <p:cNvPr id="43" name="灯片编号占位符 42">
            <a:extLst>
              <a:ext uri="{FF2B5EF4-FFF2-40B4-BE49-F238E27FC236}">
                <a16:creationId xmlns:a16="http://schemas.microsoft.com/office/drawing/2014/main" id="{D80CCC8F-9CF1-9621-04EB-DFA68FEE42D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 rtlCol="0"/>
          <a:lstStyle>
            <a:defPPr>
              <a:defRPr lang="zh-CN"/>
            </a:defPPr>
          </a:lstStyle>
          <a:p>
            <a:fld id="{294A09A9-5501-47C1-A89A-A340965A2BE2}" type="slidenum">
              <a:rPr lang="en-US" altLang="zh-CN" smtClean="0"/>
              <a:pPr/>
              <a:t>‹#›</a:t>
            </a:fld>
            <a:endParaRPr lang="zh-CN" altLang="en-US" dirty="0"/>
          </a:p>
        </p:txBody>
      </p:sp>
      <p:sp>
        <p:nvSpPr>
          <p:cNvPr id="42" name="日期占位符 41">
            <a:extLst>
              <a:ext uri="{FF2B5EF4-FFF2-40B4-BE49-F238E27FC236}">
                <a16:creationId xmlns:a16="http://schemas.microsoft.com/office/drawing/2014/main" id="{29CE2856-DB8F-5603-C085-74C70560FAC8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 rtlCol="0"/>
          <a:lstStyle>
            <a:defPPr>
              <a:defRPr lang="zh-CN"/>
            </a:defPPr>
            <a:lvl1pPr>
              <a:defRPr>
                <a:latin typeface="Microsoft YaHei UI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cxnSp>
        <p:nvCxnSpPr>
          <p:cNvPr id="4" name="直接连接符​​(S) 3">
            <a:extLst>
              <a:ext uri="{FF2B5EF4-FFF2-40B4-BE49-F238E27FC236}">
                <a16:creationId xmlns:a16="http://schemas.microsoft.com/office/drawing/2014/main" id="{979826C1-7A52-DA25-F422-EE62DED7D1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0552" cy="0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80892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图片占位符 3">
            <a:extLst>
              <a:ext uri="{FF2B5EF4-FFF2-40B4-BE49-F238E27FC236}">
                <a16:creationId xmlns:a16="http://schemas.microsoft.com/office/drawing/2014/main" id="{B79D0555-EBDC-B53A-212D-A5921795FEC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80543"/>
          </a:xfrm>
          <a:custGeom>
            <a:avLst/>
            <a:gdLst>
              <a:gd name="connsiteX0" fmla="*/ 6309360 w 12192000"/>
              <a:gd name="connsiteY0" fmla="*/ 3951843 h 6880543"/>
              <a:gd name="connsiteX1" fmla="*/ 6309360 w 12192000"/>
              <a:gd name="connsiteY1" fmla="*/ 4052427 h 6880543"/>
              <a:gd name="connsiteX2" fmla="*/ 8442960 w 12192000"/>
              <a:gd name="connsiteY2" fmla="*/ 4052427 h 6880543"/>
              <a:gd name="connsiteX3" fmla="*/ 8442960 w 12192000"/>
              <a:gd name="connsiteY3" fmla="*/ 3951843 h 6880543"/>
              <a:gd name="connsiteX4" fmla="*/ 0 w 12192000"/>
              <a:gd name="connsiteY4" fmla="*/ 0 h 6880543"/>
              <a:gd name="connsiteX5" fmla="*/ 12192000 w 12192000"/>
              <a:gd name="connsiteY5" fmla="*/ 0 h 6880543"/>
              <a:gd name="connsiteX6" fmla="*/ 12192000 w 12192000"/>
              <a:gd name="connsiteY6" fmla="*/ 6880543 h 6880543"/>
              <a:gd name="connsiteX7" fmla="*/ 0 w 12192000"/>
              <a:gd name="connsiteY7" fmla="*/ 6880543 h 6880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80543">
                <a:moveTo>
                  <a:pt x="6309360" y="3951843"/>
                </a:moveTo>
                <a:lnTo>
                  <a:pt x="6309360" y="4052427"/>
                </a:lnTo>
                <a:lnTo>
                  <a:pt x="8442960" y="4052427"/>
                </a:lnTo>
                <a:lnTo>
                  <a:pt x="8442960" y="3951843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80543"/>
                </a:lnTo>
                <a:lnTo>
                  <a:pt x="0" y="6880543"/>
                </a:lnTo>
                <a:close/>
              </a:path>
            </a:pathLst>
          </a:custGeom>
        </p:spPr>
        <p:txBody>
          <a:bodyPr wrap="square" tIns="182880" rtlCol="0">
            <a:normAutofit/>
          </a:bodyPr>
          <a:lstStyle>
            <a:lvl1pPr marL="0" indent="0" algn="ctr">
              <a:buNone/>
              <a:defRPr lang="zh-CN" sz="200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dirty="0"/>
              <a:t>单击图标以添加图片</a:t>
            </a:r>
          </a:p>
        </p:txBody>
      </p:sp>
      <p:sp>
        <p:nvSpPr>
          <p:cNvPr id="18" name="标题 1">
            <a:extLst>
              <a:ext uri="{FF2B5EF4-FFF2-40B4-BE49-F238E27FC236}">
                <a16:creationId xmlns:a16="http://schemas.microsoft.com/office/drawing/2014/main" id="{8D492973-78E3-D34E-835E-CF2D451701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09359" y="444933"/>
            <a:ext cx="5477479" cy="3291840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lang="zh-CN" sz="6000" b="1" i="0" baseline="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dirty="0"/>
              <a:t>单击此处添加标题 </a:t>
            </a:r>
          </a:p>
        </p:txBody>
      </p:sp>
      <p:sp>
        <p:nvSpPr>
          <p:cNvPr id="7" name="长方形 6">
            <a:extLst>
              <a:ext uri="{FF2B5EF4-FFF2-40B4-BE49-F238E27FC236}">
                <a16:creationId xmlns:a16="http://schemas.microsoft.com/office/drawing/2014/main" id="{D96BA398-1ED2-1FCA-63B9-8915A8C7A5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09360" y="3951843"/>
            <a:ext cx="2133600" cy="10058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</a:lstStyle>
          <a:p>
            <a:pPr algn="ctr" rtl="0"/>
            <a:endParaRPr lang="zh-CN" dirty="0">
              <a:latin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291695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104">
          <p15:clr>
            <a:srgbClr val="FBAE40"/>
          </p15:clr>
        </p15:guide>
        <p15:guide id="3" pos="4344" userDrawn="1">
          <p15:clr>
            <a:srgbClr val="FBAE40"/>
          </p15:clr>
        </p15:guide>
        <p15:guide id="4" pos="4560" userDrawn="1">
          <p15:clr>
            <a:srgbClr val="FBAE40"/>
          </p15:clr>
        </p15:guide>
        <p15:guide id="8" orient="horz" pos="1848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99835" y="430529"/>
            <a:ext cx="5486400" cy="3291840"/>
          </a:xfrm>
          <a:prstGeom prst="rect">
            <a:avLst/>
          </a:prstGeom>
        </p:spPr>
        <p:txBody>
          <a:bodyPr lIns="0" tIns="0" rIns="0" bIns="0" rtlCol="0" anchor="b">
            <a:normAutofit/>
          </a:bodyPr>
          <a:lstStyle>
            <a:lvl1pPr algn="l">
              <a:lnSpc>
                <a:spcPct val="80000"/>
              </a:lnSpc>
              <a:defRPr lang="zh-CN" sz="6000" b="1" i="0" spc="100" baseline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/>
              <a:t>单击此处添加标题 </a:t>
            </a:r>
          </a:p>
        </p:txBody>
      </p:sp>
      <p:sp>
        <p:nvSpPr>
          <p:cNvPr id="6" name="图片占位符 5">
            <a:extLst>
              <a:ext uri="{FF2B5EF4-FFF2-40B4-BE49-F238E27FC236}">
                <a16:creationId xmlns:a16="http://schemas.microsoft.com/office/drawing/2014/main" id="{A9973BC6-F6E5-0B3B-C8AB-0AC4020D4E8B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-11113"/>
            <a:ext cx="5791200" cy="6880226"/>
          </a:xfrm>
        </p:spPr>
        <p:txBody>
          <a:bodyPr rtlCol="0">
            <a:normAutofit/>
          </a:bodyPr>
          <a:lstStyle>
            <a:lvl1pPr marL="0" indent="0" algn="ctr">
              <a:buNone/>
              <a:defRPr lang="zh-CN" sz="20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/>
              <a:t>单击图标以添加图片</a:t>
            </a:r>
          </a:p>
        </p:txBody>
      </p:sp>
      <p:sp>
        <p:nvSpPr>
          <p:cNvPr id="18" name="文本占位符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99835" y="4568602"/>
            <a:ext cx="5486400" cy="1645920"/>
          </a:xfrm>
        </p:spPr>
        <p:txBody>
          <a:bodyPr lIns="0" tIns="0" rIns="0" bIns="0" rtlCol="0">
            <a:normAutofit/>
          </a:bodyPr>
          <a:lstStyle>
            <a:lvl1pPr marL="0" indent="0">
              <a:buNone/>
              <a:defRPr lang="zh-CN" sz="2400" b="1" i="0">
                <a:solidFill>
                  <a:schemeClr val="tx2">
                    <a:lumMod val="7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>
              <a:defRPr lang="zh-CN" sz="4000"/>
            </a:lvl2pPr>
            <a:lvl3pPr>
              <a:defRPr lang="zh-CN" sz="4000"/>
            </a:lvl3pPr>
            <a:lvl4pPr>
              <a:defRPr lang="zh-CN" sz="4000"/>
            </a:lvl4pPr>
            <a:lvl5pPr>
              <a:defRPr lang="zh-CN" sz="4000"/>
            </a:lvl5pPr>
          </a:lstStyle>
          <a:p>
            <a:pPr lvl="0" rtl="0"/>
            <a:r>
              <a:rPr lang="zh-CN"/>
              <a:t>单击此处添加文本</a:t>
            </a:r>
          </a:p>
        </p:txBody>
      </p:sp>
      <p:cxnSp>
        <p:nvCxnSpPr>
          <p:cNvPr id="7" name="直接连接符​​(S) 6">
            <a:extLst>
              <a:ext uri="{FF2B5EF4-FFF2-40B4-BE49-F238E27FC236}">
                <a16:creationId xmlns:a16="http://schemas.microsoft.com/office/drawing/2014/main" id="{29169ED6-4B82-6844-119F-AC15CDF2D3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79140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汇总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直接连接符​​(S) 8">
            <a:extLst>
              <a:ext uri="{FF2B5EF4-FFF2-40B4-BE49-F238E27FC236}">
                <a16:creationId xmlns:a16="http://schemas.microsoft.com/office/drawing/2014/main" id="{C57F1500-1A16-D1EF-4F0C-030852B291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0" name="组 9">
            <a:extLst>
              <a:ext uri="{FF2B5EF4-FFF2-40B4-BE49-F238E27FC236}">
                <a16:creationId xmlns:a16="http://schemas.microsoft.com/office/drawing/2014/main" id="{2D07A0BE-3890-193E-9439-F294E61A71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11" name="任意多边形(F) 19">
              <a:extLst>
                <a:ext uri="{FF2B5EF4-FFF2-40B4-BE49-F238E27FC236}">
                  <a16:creationId xmlns:a16="http://schemas.microsoft.com/office/drawing/2014/main" id="{C05217ED-C258-E6CE-BA7F-28A6EA41BCD3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zh-CN"/>
              </a:defPPr>
            </a:lstStyle>
            <a:p>
              <a:pPr rtl="0"/>
              <a:endParaRPr lang="zh-CN" dirty="0">
                <a:latin typeface="Microsoft YaHei UI" panose="020B0503020204020204" pitchFamily="34" charset="-122"/>
              </a:endParaRPr>
            </a:p>
          </p:txBody>
        </p:sp>
        <p:sp>
          <p:nvSpPr>
            <p:cNvPr id="12" name="任意多边形(F) 20">
              <a:extLst>
                <a:ext uri="{FF2B5EF4-FFF2-40B4-BE49-F238E27FC236}">
                  <a16:creationId xmlns:a16="http://schemas.microsoft.com/office/drawing/2014/main" id="{F3E11A1F-14DD-BA35-D7D7-4D4ADEAA348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zh-CN"/>
              </a:defPPr>
            </a:lstStyle>
            <a:p>
              <a:pPr rtl="0"/>
              <a:endParaRPr lang="zh-CN" dirty="0">
                <a:latin typeface="Microsoft YaHei UI" panose="020B0503020204020204" pitchFamily="34" charset="-122"/>
              </a:endParaRPr>
            </a:p>
          </p:txBody>
        </p:sp>
        <p:sp>
          <p:nvSpPr>
            <p:cNvPr id="13" name="任意多边形(F) 21">
              <a:extLst>
                <a:ext uri="{FF2B5EF4-FFF2-40B4-BE49-F238E27FC236}">
                  <a16:creationId xmlns:a16="http://schemas.microsoft.com/office/drawing/2014/main" id="{F14541B0-973F-7E21-1019-D2FB83C8C0D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zh-CN"/>
              </a:defPPr>
            </a:lstStyle>
            <a:p>
              <a:pPr rtl="0"/>
              <a:endParaRPr lang="zh-CN" dirty="0">
                <a:latin typeface="Microsoft YaHei UI" panose="020B0503020204020204" pitchFamily="34" charset="-122"/>
              </a:endParaRPr>
            </a:p>
          </p:txBody>
        </p:sp>
      </p:grpSp>
      <p:sp>
        <p:nvSpPr>
          <p:cNvPr id="32" name="标题 1">
            <a:extLst>
              <a:ext uri="{FF2B5EF4-FFF2-40B4-BE49-F238E27FC236}">
                <a16:creationId xmlns:a16="http://schemas.microsoft.com/office/drawing/2014/main" id="{467E05B6-B7CB-1E4F-96BA-4B8CFE8B63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02875"/>
            <a:ext cx="10873740" cy="1680205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lang="zh-CN" sz="4400" b="1" i="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dirty="0"/>
              <a:t>单击此处添加标题 </a:t>
            </a:r>
          </a:p>
        </p:txBody>
      </p:sp>
      <p:sp>
        <p:nvSpPr>
          <p:cNvPr id="2" name="内容占位符 5">
            <a:extLst>
              <a:ext uri="{FF2B5EF4-FFF2-40B4-BE49-F238E27FC236}">
                <a16:creationId xmlns:a16="http://schemas.microsoft.com/office/drawing/2014/main" id="{F6FE0DC0-B0D7-F4D6-8038-177AD7A8C21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57600" y="2282008"/>
            <a:ext cx="7810500" cy="3699328"/>
          </a:xfrm>
        </p:spPr>
        <p:txBody>
          <a:bodyPr lIns="0" tIns="228600" rIns="0" bIns="0" rtlCol="0">
            <a:normAutofit/>
          </a:bodyPr>
          <a:lstStyle>
            <a:lvl1pPr marL="283464" indent="-283464">
              <a:spcBef>
                <a:spcPts val="1800"/>
              </a:spcBef>
              <a:buFont typeface="Arial" panose="020B0604020202020204" pitchFamily="34" charset="0"/>
              <a:buChar char="•"/>
              <a:defRPr lang="zh-CN" sz="20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indent="-283464">
              <a:spcBef>
                <a:spcPts val="1800"/>
              </a:spcBef>
              <a:defRPr lang="zh-CN" sz="20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2pPr>
            <a:lvl3pPr indent="-283464">
              <a:spcBef>
                <a:spcPts val="1800"/>
              </a:spcBef>
              <a:defRPr lang="zh-CN" sz="20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3pPr>
            <a:lvl4pPr indent="-283464">
              <a:spcBef>
                <a:spcPts val="1800"/>
              </a:spcBef>
              <a:defRPr lang="zh-CN" sz="20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4pPr>
            <a:lvl5pPr indent="-283464">
              <a:spcBef>
                <a:spcPts val="1800"/>
              </a:spcBef>
              <a:defRPr lang="zh-CN" sz="20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5pPr>
          </a:lstStyle>
          <a:p>
            <a:pPr lvl="0" rtl="0"/>
            <a:r>
              <a:rPr lang="zh-CN" dirty="0"/>
              <a:t>单击此处添加内容</a:t>
            </a:r>
          </a:p>
          <a:p>
            <a:pPr lvl="1" rtl="0"/>
            <a:r>
              <a:rPr lang="zh-CN" dirty="0"/>
              <a:t>第二级</a:t>
            </a:r>
          </a:p>
          <a:p>
            <a:pPr lvl="2" rtl="0"/>
            <a:r>
              <a:rPr lang="zh-CN" dirty="0"/>
              <a:t>第三级</a:t>
            </a:r>
          </a:p>
          <a:p>
            <a:pPr lvl="3" rtl="0"/>
            <a:r>
              <a:rPr lang="zh-CN" dirty="0"/>
              <a:t>第四级</a:t>
            </a:r>
          </a:p>
          <a:p>
            <a:pPr lvl="4" rtl="0"/>
            <a:r>
              <a:rPr lang="zh-CN" dirty="0"/>
              <a:t>第五级</a:t>
            </a:r>
          </a:p>
        </p:txBody>
      </p: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7ED58739-4346-5104-B1AC-89ED035912A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 rtlCol="0"/>
          <a:lstStyle>
            <a:defPPr>
              <a:defRPr lang="zh-CN"/>
            </a:defPPr>
          </a:lstStyle>
          <a:p>
            <a:fld id="{294A09A9-5501-47C1-A89A-A340965A2BE2}" type="slidenum">
              <a:rPr lang="en-US" altLang="zh-CN" smtClean="0"/>
              <a:pPr/>
              <a:t>‹#›</a:t>
            </a:fld>
            <a:endParaRPr lang="zh-CN" altLang="en-US" dirty="0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9272B8D-F380-9F1A-C8E6-BDD2352B1763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 rtlCol="0"/>
          <a:lstStyle>
            <a:defPPr>
              <a:defRPr lang="zh-CN"/>
            </a:defPPr>
            <a:lvl1pPr>
              <a:defRPr>
                <a:latin typeface="Microsoft YaHei UI" panose="020B0503020204020204" pitchFamily="34" charset="-122"/>
              </a:defRPr>
            </a:lvl1pPr>
          </a:lstStyle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029641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5736">
          <p15:clr>
            <a:srgbClr val="FBAE40"/>
          </p15:clr>
        </p15:guide>
        <p15:guide id="5" pos="1944">
          <p15:clr>
            <a:srgbClr val="FBAE40"/>
          </p15:clr>
        </p15:guide>
        <p15:guide id="6" pos="4008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5352">
          <p15:clr>
            <a:srgbClr val="FBAE40"/>
          </p15:clr>
        </p15:guide>
        <p15:guide id="11" pos="3648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rtlCol="0" anchor="b">
            <a:normAutofit/>
          </a:bodyPr>
          <a:lstStyle>
            <a:lvl1pPr algn="l">
              <a:lnSpc>
                <a:spcPct val="80000"/>
              </a:lnSpc>
              <a:defRPr lang="zh-CN" sz="6000" b="1" i="0" spc="100" baseline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dirty="0"/>
              <a:t>单击此处添加标题 </a:t>
            </a:r>
          </a:p>
        </p:txBody>
      </p:sp>
      <p:grpSp>
        <p:nvGrpSpPr>
          <p:cNvPr id="9" name="组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任意多边形(F)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zh-CN"/>
              </a:defPPr>
            </a:lstStyle>
            <a:p>
              <a:pPr rtl="0"/>
              <a:endParaRPr lang="zh-CN" dirty="0">
                <a:latin typeface="Microsoft YaHei UI" panose="020B0503020204020204" pitchFamily="34" charset="-122"/>
              </a:endParaRPr>
            </a:p>
          </p:txBody>
        </p:sp>
        <p:sp>
          <p:nvSpPr>
            <p:cNvPr id="11" name="任意多边形(F)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zh-CN"/>
              </a:defPPr>
            </a:lstStyle>
            <a:p>
              <a:pPr rtl="0"/>
              <a:endParaRPr lang="zh-CN" dirty="0">
                <a:latin typeface="Microsoft YaHei UI" panose="020B0503020204020204" pitchFamily="34" charset="-122"/>
              </a:endParaRPr>
            </a:p>
          </p:txBody>
        </p:sp>
        <p:sp>
          <p:nvSpPr>
            <p:cNvPr id="12" name="任意多边形(F)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zh-CN"/>
              </a:defPPr>
            </a:lstStyle>
            <a:p>
              <a:pPr rtl="0"/>
              <a:endParaRPr lang="zh-CN" dirty="0">
                <a:latin typeface="Microsoft YaHei UI" panose="020B0503020204020204" pitchFamily="34" charset="-122"/>
              </a:endParaRPr>
            </a:p>
          </p:txBody>
        </p:sp>
      </p:grpSp>
      <p:cxnSp>
        <p:nvCxnSpPr>
          <p:cNvPr id="13" name="直接连接符​​(S)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文本占位符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09905" y="4549552"/>
            <a:ext cx="5486400" cy="1645920"/>
          </a:xfrm>
        </p:spPr>
        <p:txBody>
          <a:bodyPr lIns="0" tIns="0" rIns="0" bIns="0" rtlCol="0">
            <a:normAutofit/>
          </a:bodyPr>
          <a:lstStyle>
            <a:lvl1pPr marL="0" indent="0">
              <a:buNone/>
              <a:defRPr lang="zh-CN" sz="2400" b="1" i="0">
                <a:solidFill>
                  <a:schemeClr val="tx2">
                    <a:lumMod val="7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>
              <a:defRPr lang="zh-CN" sz="4000"/>
            </a:lvl2pPr>
            <a:lvl3pPr>
              <a:defRPr lang="zh-CN" sz="4000"/>
            </a:lvl3pPr>
            <a:lvl4pPr>
              <a:defRPr lang="zh-CN" sz="4000"/>
            </a:lvl4pPr>
            <a:lvl5pPr>
              <a:defRPr lang="zh-CN" sz="4000"/>
            </a:lvl5pPr>
          </a:lstStyle>
          <a:p>
            <a:pPr lvl="0" rtl="0"/>
            <a:r>
              <a:rPr lang="zh-CN" dirty="0"/>
              <a:t>单击此处添加文本</a:t>
            </a:r>
          </a:p>
        </p:txBody>
      </p:sp>
    </p:spTree>
    <p:extLst>
      <p:ext uri="{BB962C8B-B14F-4D97-AF65-F5344CB8AC3E}">
        <p14:creationId xmlns:p14="http://schemas.microsoft.com/office/powerpoint/2010/main" val="2027108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两栏内容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任意多边形(F)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zh-CN"/>
              </a:defPPr>
            </a:lstStyle>
            <a:p>
              <a:pPr rtl="0"/>
              <a:endParaRPr lang="zh-CN" dirty="0">
                <a:latin typeface="Microsoft YaHei UI" panose="020B0503020204020204" pitchFamily="34" charset="-122"/>
              </a:endParaRPr>
            </a:p>
          </p:txBody>
        </p:sp>
        <p:sp>
          <p:nvSpPr>
            <p:cNvPr id="13" name="任意多边形(F)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zh-CN"/>
              </a:defPPr>
            </a:lstStyle>
            <a:p>
              <a:pPr rtl="0"/>
              <a:endParaRPr lang="zh-CN" dirty="0">
                <a:latin typeface="Microsoft YaHei UI" panose="020B0503020204020204" pitchFamily="34" charset="-122"/>
              </a:endParaRPr>
            </a:p>
          </p:txBody>
        </p:sp>
        <p:sp>
          <p:nvSpPr>
            <p:cNvPr id="14" name="任意多边形(F)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zh-CN"/>
              </a:defPPr>
            </a:lstStyle>
            <a:p>
              <a:pPr rtl="0"/>
              <a:endParaRPr lang="zh-CN" dirty="0">
                <a:latin typeface="Microsoft YaHei UI" panose="020B0503020204020204" pitchFamily="34" charset="-122"/>
              </a:endParaRPr>
            </a:p>
          </p:txBody>
        </p:sp>
      </p:grpSp>
      <p:sp>
        <p:nvSpPr>
          <p:cNvPr id="16" name="标题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78129"/>
            <a:ext cx="9778365" cy="1494596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lang="zh-CN" sz="4400" b="1" i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dirty="0"/>
              <a:t>单击此处添加标题 </a:t>
            </a:r>
          </a:p>
        </p:txBody>
      </p:sp>
      <p:sp>
        <p:nvSpPr>
          <p:cNvPr id="2" name="内容占位符 5">
            <a:extLst>
              <a:ext uri="{FF2B5EF4-FFF2-40B4-BE49-F238E27FC236}">
                <a16:creationId xmlns:a16="http://schemas.microsoft.com/office/drawing/2014/main" id="{F14DA3C5-63E4-BAFB-1D68-47F71EEEE53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676525"/>
            <a:ext cx="4490827" cy="3597470"/>
          </a:xfrm>
        </p:spPr>
        <p:txBody>
          <a:bodyPr lIns="0" tIns="45720" rIns="0" bIns="0" rtlCol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lang="zh-CN" sz="20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283464" indent="-283464">
              <a:spcBef>
                <a:spcPts val="1800"/>
              </a:spcBef>
              <a:defRPr lang="zh-CN" sz="20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2pPr>
            <a:lvl3pPr marL="594360" indent="-283464">
              <a:spcBef>
                <a:spcPts val="1800"/>
              </a:spcBef>
              <a:defRPr lang="zh-CN" sz="20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3pPr>
            <a:lvl4pPr marL="822960" indent="-283464">
              <a:spcBef>
                <a:spcPts val="1800"/>
              </a:spcBef>
              <a:defRPr lang="zh-CN" sz="20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4pPr>
            <a:lvl5pPr marL="1005840" indent="-283464">
              <a:spcBef>
                <a:spcPts val="1800"/>
              </a:spcBef>
              <a:defRPr lang="zh-CN" sz="20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5pPr>
          </a:lstStyle>
          <a:p>
            <a:pPr lvl="0" rtl="0"/>
            <a:r>
              <a:rPr lang="zh-CN" dirty="0"/>
              <a:t>单击此处添加内容</a:t>
            </a:r>
          </a:p>
          <a:p>
            <a:pPr lvl="1" rtl="0"/>
            <a:r>
              <a:rPr lang="zh-CN" dirty="0"/>
              <a:t>第二级</a:t>
            </a:r>
          </a:p>
          <a:p>
            <a:pPr lvl="2" rtl="0"/>
            <a:r>
              <a:rPr lang="zh-CN" dirty="0"/>
              <a:t>第三级</a:t>
            </a:r>
          </a:p>
          <a:p>
            <a:pPr lvl="3" rtl="0"/>
            <a:r>
              <a:rPr lang="zh-CN" dirty="0"/>
              <a:t>第四级</a:t>
            </a:r>
          </a:p>
          <a:p>
            <a:pPr lvl="4" rtl="0"/>
            <a:r>
              <a:rPr lang="zh-CN" dirty="0"/>
              <a:t>第五级</a:t>
            </a:r>
          </a:p>
        </p:txBody>
      </p:sp>
      <p:sp>
        <p:nvSpPr>
          <p:cNvPr id="3" name="内容占位符 5">
            <a:extLst>
              <a:ext uri="{FF2B5EF4-FFF2-40B4-BE49-F238E27FC236}">
                <a16:creationId xmlns:a16="http://schemas.microsoft.com/office/drawing/2014/main" id="{BD11386D-847E-8CF5-E56A-42E80A65A08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881898" y="2676525"/>
            <a:ext cx="4490827" cy="3597470"/>
          </a:xfrm>
        </p:spPr>
        <p:txBody>
          <a:bodyPr lIns="0" tIns="45720" rIns="0" bIns="0" rtlCol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lang="zh-CN" sz="20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283464" indent="-283464">
              <a:spcBef>
                <a:spcPts val="1800"/>
              </a:spcBef>
              <a:defRPr lang="zh-CN" sz="20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2pPr>
            <a:lvl3pPr marL="548640" indent="-283464">
              <a:spcBef>
                <a:spcPts val="1800"/>
              </a:spcBef>
              <a:defRPr lang="zh-CN" sz="20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3pPr>
            <a:lvl4pPr marL="822960" indent="-283464">
              <a:spcBef>
                <a:spcPts val="1800"/>
              </a:spcBef>
              <a:defRPr lang="zh-CN" sz="20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4pPr>
            <a:lvl5pPr marL="1005840" indent="-283464">
              <a:spcBef>
                <a:spcPts val="1800"/>
              </a:spcBef>
              <a:defRPr lang="zh-CN" sz="20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5pPr>
          </a:lstStyle>
          <a:p>
            <a:pPr lvl="0" rtl="0"/>
            <a:r>
              <a:rPr lang="zh-CN" dirty="0"/>
              <a:t>单击此处添加内容</a:t>
            </a:r>
          </a:p>
          <a:p>
            <a:pPr lvl="1" rtl="0"/>
            <a:r>
              <a:rPr lang="zh-CN" dirty="0"/>
              <a:t>第二级</a:t>
            </a:r>
          </a:p>
          <a:p>
            <a:pPr lvl="2" rtl="0"/>
            <a:r>
              <a:rPr lang="zh-CN" dirty="0"/>
              <a:t>第三级</a:t>
            </a:r>
          </a:p>
          <a:p>
            <a:pPr lvl="3" rtl="0"/>
            <a:r>
              <a:rPr lang="zh-CN" dirty="0"/>
              <a:t>第四级</a:t>
            </a:r>
          </a:p>
          <a:p>
            <a:pPr lvl="4" rtl="0"/>
            <a:r>
              <a:rPr lang="zh-CN" dirty="0"/>
              <a:t>第五级</a:t>
            </a:r>
          </a:p>
        </p:txBody>
      </p:sp>
      <p:sp>
        <p:nvSpPr>
          <p:cNvPr id="10" name="灯片编号占位符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zh-CN"/>
            </a:defPPr>
          </a:lstStyle>
          <a:p>
            <a:fld id="{294A09A9-5501-47C1-A89A-A340965A2BE2}" type="slidenum">
              <a:rPr lang="en-US" altLang="zh-CN" smtClean="0"/>
              <a:pPr/>
              <a:t>‹#›</a:t>
            </a:fld>
            <a:endParaRPr lang="zh-CN" altLang="en-US" dirty="0"/>
          </a:p>
        </p:txBody>
      </p:sp>
      <p:sp>
        <p:nvSpPr>
          <p:cNvPr id="8" name="日期占位符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zh-CN"/>
            </a:defPPr>
            <a:lvl1pPr>
              <a:defRPr>
                <a:latin typeface="Microsoft YaHei UI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cxnSp>
        <p:nvCxnSpPr>
          <p:cNvPr id="4" name="直接连接符​​(S)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10569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 10">
            <a:extLst>
              <a:ext uri="{FF2B5EF4-FFF2-40B4-BE49-F238E27FC236}">
                <a16:creationId xmlns:a16="http://schemas.microsoft.com/office/drawing/2014/main" id="{42E558A9-6DD6-E21D-3A8F-6707E1DD1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12" name="自选图形 24">
              <a:extLst>
                <a:ext uri="{FF2B5EF4-FFF2-40B4-BE49-F238E27FC236}">
                  <a16:creationId xmlns:a16="http://schemas.microsoft.com/office/drawing/2014/main" id="{3FC994E4-318C-1E66-B4E4-8F8FD08E098F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zh-CN"/>
              </a:defPPr>
            </a:lstStyle>
            <a:p>
              <a:pPr rtl="0"/>
              <a:endParaRPr lang="zh-CN" dirty="0">
                <a:latin typeface="Microsoft YaHei UI" panose="020B0503020204020204" pitchFamily="34" charset="-122"/>
              </a:endParaRPr>
            </a:p>
          </p:txBody>
        </p:sp>
        <p:sp>
          <p:nvSpPr>
            <p:cNvPr id="13" name="任意多边形(F) 7">
              <a:extLst>
                <a:ext uri="{FF2B5EF4-FFF2-40B4-BE49-F238E27FC236}">
                  <a16:creationId xmlns:a16="http://schemas.microsoft.com/office/drawing/2014/main" id="{17C00E6B-F625-6D6C-8364-9DD9F3C3628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zh-CN"/>
              </a:defPPr>
            </a:lstStyle>
            <a:p>
              <a:pPr rtl="0"/>
              <a:endParaRPr lang="zh-CN" dirty="0">
                <a:latin typeface="Microsoft YaHei UI" panose="020B0503020204020204" pitchFamily="34" charset="-122"/>
              </a:endParaRPr>
            </a:p>
          </p:txBody>
        </p:sp>
        <p:sp>
          <p:nvSpPr>
            <p:cNvPr id="14" name="任意多边形(F) 8">
              <a:extLst>
                <a:ext uri="{FF2B5EF4-FFF2-40B4-BE49-F238E27FC236}">
                  <a16:creationId xmlns:a16="http://schemas.microsoft.com/office/drawing/2014/main" id="{C6197B87-4F65-7981-9463-84830CD3687F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zh-CN"/>
              </a:defPPr>
            </a:lstStyle>
            <a:p>
              <a:pPr rtl="0"/>
              <a:endParaRPr lang="zh-CN" dirty="0">
                <a:latin typeface="Microsoft YaHei UI" panose="020B0503020204020204" pitchFamily="34" charset="-122"/>
              </a:endParaRPr>
            </a:p>
          </p:txBody>
        </p:sp>
        <p:sp>
          <p:nvSpPr>
            <p:cNvPr id="18" name="任意多边形(F) 9">
              <a:extLst>
                <a:ext uri="{FF2B5EF4-FFF2-40B4-BE49-F238E27FC236}">
                  <a16:creationId xmlns:a16="http://schemas.microsoft.com/office/drawing/2014/main" id="{86AA517C-7217-D864-B7E7-40984A2880DB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zh-CN"/>
              </a:defPPr>
            </a:lstStyle>
            <a:p>
              <a:pPr rtl="0"/>
              <a:endParaRPr lang="zh-CN" dirty="0">
                <a:latin typeface="Microsoft YaHei UI" panose="020B0503020204020204" pitchFamily="34" charset="-122"/>
              </a:endParaRPr>
            </a:p>
          </p:txBody>
        </p:sp>
        <p:sp>
          <p:nvSpPr>
            <p:cNvPr id="19" name="任意多边形(F) 10">
              <a:extLst>
                <a:ext uri="{FF2B5EF4-FFF2-40B4-BE49-F238E27FC236}">
                  <a16:creationId xmlns:a16="http://schemas.microsoft.com/office/drawing/2014/main" id="{524013C6-491C-CAA2-5BD6-7C73596711CC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zh-CN"/>
              </a:defPPr>
            </a:lstStyle>
            <a:p>
              <a:pPr rtl="0"/>
              <a:endParaRPr lang="zh-CN" dirty="0">
                <a:latin typeface="Microsoft YaHei UI" panose="020B0503020204020204" pitchFamily="34" charset="-122"/>
              </a:endParaRPr>
            </a:p>
          </p:txBody>
        </p:sp>
      </p:grpSp>
      <p:sp>
        <p:nvSpPr>
          <p:cNvPr id="16" name="标题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18885" y="3499667"/>
            <a:ext cx="4939666" cy="2542810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lang="zh-CN" sz="4400" b="1" i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dirty="0"/>
              <a:t>单击此处添加标题 </a:t>
            </a:r>
          </a:p>
        </p:txBody>
      </p:sp>
      <p:cxnSp>
        <p:nvCxnSpPr>
          <p:cNvPr id="4" name="直接连接符​​(S)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47460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内容占位符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457201"/>
            <a:ext cx="5198269" cy="2305050"/>
          </a:xfrm>
        </p:spPr>
        <p:txBody>
          <a:bodyPr lIns="0" tIns="274320" rtlCol="0">
            <a:normAutofit/>
          </a:bodyPr>
          <a:lstStyle>
            <a:lvl1pPr marL="457200" indent="-457200">
              <a:spcBef>
                <a:spcPts val="1800"/>
              </a:spcBef>
              <a:buFont typeface="+mj-lt"/>
              <a:buAutoNum type="arabicPeriod"/>
              <a:defRPr lang="zh-CN" sz="20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914400" indent="-457200">
              <a:spcBef>
                <a:spcPts val="1800"/>
              </a:spcBef>
              <a:buFont typeface="+mj-lt"/>
              <a:buAutoNum type="alphaLcPeriod"/>
              <a:defRPr lang="zh-CN" sz="20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2pPr>
            <a:lvl3pPr marL="1371600" indent="-457200">
              <a:spcBef>
                <a:spcPts val="1800"/>
              </a:spcBef>
              <a:buFont typeface="+mj-lt"/>
              <a:buAutoNum type="arabicParenR"/>
              <a:defRPr lang="zh-CN" sz="20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3pPr>
            <a:lvl4pPr marL="1371600" indent="0">
              <a:spcBef>
                <a:spcPts val="1800"/>
              </a:spcBef>
              <a:buFont typeface="+mj-lt"/>
              <a:buNone/>
              <a:defRPr lang="zh-CN" sz="20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4pPr>
            <a:lvl5pPr marL="2286000" indent="-457200">
              <a:spcBef>
                <a:spcPts val="1800"/>
              </a:spcBef>
              <a:buFont typeface="+mj-lt"/>
              <a:buAutoNum type="arabicPeriod"/>
              <a:defRPr lang="zh-CN" sz="2000"/>
            </a:lvl5pPr>
          </a:lstStyle>
          <a:p>
            <a:pPr lvl="0" rtl="0"/>
            <a:r>
              <a:rPr lang="zh-CN" dirty="0"/>
              <a:t>单击此处添加内容</a:t>
            </a:r>
          </a:p>
          <a:p>
            <a:pPr lvl="1" rtl="0"/>
            <a:r>
              <a:rPr lang="zh-CN" dirty="0"/>
              <a:t>第二级</a:t>
            </a:r>
          </a:p>
          <a:p>
            <a:pPr lvl="2" rtl="0"/>
            <a:r>
              <a:rPr lang="zh-CN" dirty="0"/>
              <a:t>第三级</a:t>
            </a:r>
          </a:p>
          <a:p>
            <a:pPr lvl="3" rtl="0"/>
            <a:endParaRPr lang="zh-CN" dirty="0"/>
          </a:p>
        </p:txBody>
      </p:sp>
      <p:sp>
        <p:nvSpPr>
          <p:cNvPr id="2" name="内容占位符 5">
            <a:extLst>
              <a:ext uri="{FF2B5EF4-FFF2-40B4-BE49-F238E27FC236}">
                <a16:creationId xmlns:a16="http://schemas.microsoft.com/office/drawing/2014/main" id="{3AC171DA-232D-44C1-6B93-40BACB298F4B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810595"/>
            <a:ext cx="5198269" cy="3319513"/>
          </a:xfrm>
        </p:spPr>
        <p:txBody>
          <a:bodyPr lIns="0" tIns="45720" rIns="0" bIns="0" rtlCol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lang="zh-CN" sz="20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283464" indent="-283464">
              <a:spcBef>
                <a:spcPts val="1800"/>
              </a:spcBef>
              <a:defRPr lang="zh-CN" sz="20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2pPr>
            <a:lvl3pPr marL="548640" indent="-283464">
              <a:spcBef>
                <a:spcPts val="1800"/>
              </a:spcBef>
              <a:defRPr lang="zh-CN" sz="20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3pPr>
            <a:lvl4pPr marL="822960" indent="-283464">
              <a:spcBef>
                <a:spcPts val="1800"/>
              </a:spcBef>
              <a:defRPr lang="zh-CN" sz="20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4pPr>
            <a:lvl5pPr marL="1005840" indent="-283464">
              <a:spcBef>
                <a:spcPts val="1800"/>
              </a:spcBef>
              <a:defRPr lang="zh-CN" sz="20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5pPr>
          </a:lstStyle>
          <a:p>
            <a:pPr lvl="0" rtl="0"/>
            <a:r>
              <a:rPr lang="zh-CN" dirty="0"/>
              <a:t>单击此处添加内容</a:t>
            </a:r>
          </a:p>
          <a:p>
            <a:pPr lvl="1" rtl="0"/>
            <a:r>
              <a:rPr lang="zh-CN" dirty="0"/>
              <a:t>第二级</a:t>
            </a:r>
          </a:p>
          <a:p>
            <a:pPr lvl="2" rtl="0"/>
            <a:r>
              <a:rPr lang="zh-CN" dirty="0"/>
              <a:t>第三级</a:t>
            </a:r>
          </a:p>
          <a:p>
            <a:pPr lvl="3" rtl="0"/>
            <a:r>
              <a:rPr lang="zh-CN" dirty="0"/>
              <a:t>第四级</a:t>
            </a:r>
          </a:p>
          <a:p>
            <a:pPr lvl="4" rtl="0"/>
            <a:r>
              <a:rPr lang="zh-CN" dirty="0"/>
              <a:t>第五级</a:t>
            </a:r>
          </a:p>
        </p:txBody>
      </p:sp>
      <p:sp>
        <p:nvSpPr>
          <p:cNvPr id="10" name="灯片编号占位符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zh-CN"/>
            </a:defPPr>
          </a:lstStyle>
          <a:p>
            <a:fld id="{294A09A9-5501-47C1-A89A-A340965A2BE2}" type="slidenum">
              <a:rPr lang="en-US" altLang="zh-CN" smtClean="0"/>
              <a:pPr/>
              <a:t>‹#›</a:t>
            </a:fld>
            <a:endParaRPr lang="zh-CN" altLang="en-US" dirty="0"/>
          </a:p>
        </p:txBody>
      </p:sp>
      <p:sp>
        <p:nvSpPr>
          <p:cNvPr id="8" name="日期占位符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zh-CN"/>
            </a:defPPr>
            <a:lvl1pPr>
              <a:defRPr>
                <a:latin typeface="Microsoft YaHei UI" panose="020B0503020204020204" pitchFamily="34" charset="-122"/>
              </a:defRPr>
            </a:lvl1pPr>
          </a:lstStyle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546068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、内容和图片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标题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5310" y="278129"/>
            <a:ext cx="5063490" cy="2354026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lang="zh-CN" sz="4400" b="1" i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dirty="0"/>
              <a:t>单击此处添加标题 </a:t>
            </a:r>
          </a:p>
        </p:txBody>
      </p:sp>
      <p:sp>
        <p:nvSpPr>
          <p:cNvPr id="3" name="内容占位符 5">
            <a:extLst>
              <a:ext uri="{FF2B5EF4-FFF2-40B4-BE49-F238E27FC236}">
                <a16:creationId xmlns:a16="http://schemas.microsoft.com/office/drawing/2014/main" id="{1EF4505D-6803-3813-7738-04996342781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94360" y="3279579"/>
            <a:ext cx="5044440" cy="2994415"/>
          </a:xfrm>
        </p:spPr>
        <p:txBody>
          <a:bodyPr lIns="0" tIns="228600" rIns="0" bIns="0" rtlCol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lang="zh-CN" sz="20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indent="-283464">
              <a:spcBef>
                <a:spcPts val="1800"/>
              </a:spcBef>
              <a:defRPr lang="zh-CN" sz="20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2pPr>
            <a:lvl3pPr indent="-283464">
              <a:spcBef>
                <a:spcPts val="1800"/>
              </a:spcBef>
              <a:defRPr lang="zh-CN" sz="20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3pPr>
            <a:lvl4pPr indent="-283464">
              <a:spcBef>
                <a:spcPts val="1800"/>
              </a:spcBef>
              <a:defRPr lang="zh-CN" sz="20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4pPr>
            <a:lvl5pPr indent="-283464">
              <a:spcBef>
                <a:spcPts val="1800"/>
              </a:spcBef>
              <a:defRPr lang="zh-CN" sz="20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5pPr>
          </a:lstStyle>
          <a:p>
            <a:pPr lvl="0" rtl="0"/>
            <a:r>
              <a:rPr lang="zh-CN" dirty="0"/>
              <a:t>单击此处添加内容</a:t>
            </a:r>
          </a:p>
          <a:p>
            <a:pPr lvl="1" rtl="0"/>
            <a:r>
              <a:rPr lang="zh-CN" dirty="0"/>
              <a:t>第二级</a:t>
            </a:r>
          </a:p>
          <a:p>
            <a:pPr lvl="2" rtl="0"/>
            <a:r>
              <a:rPr lang="zh-CN" dirty="0"/>
              <a:t>第三级</a:t>
            </a:r>
          </a:p>
          <a:p>
            <a:pPr lvl="3" rtl="0"/>
            <a:r>
              <a:rPr lang="zh-CN" dirty="0"/>
              <a:t>第四级</a:t>
            </a:r>
          </a:p>
          <a:p>
            <a:pPr lvl="4" rtl="0"/>
            <a:r>
              <a:rPr lang="zh-CN" dirty="0"/>
              <a:t>第五级</a:t>
            </a:r>
          </a:p>
        </p:txBody>
      </p:sp>
      <p:cxnSp>
        <p:nvCxnSpPr>
          <p:cNvPr id="4" name="直接连接符​​(S)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997459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图片占位符 11">
            <a:extLst>
              <a:ext uri="{FF2B5EF4-FFF2-40B4-BE49-F238E27FC236}">
                <a16:creationId xmlns:a16="http://schemas.microsoft.com/office/drawing/2014/main" id="{4658637A-5D36-6127-19BC-C203E23FA49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96000" y="0"/>
            <a:ext cx="6118225" cy="6858000"/>
          </a:xfrm>
        </p:spPr>
        <p:txBody>
          <a:bodyPr rtlCol="0">
            <a:normAutofit/>
          </a:bodyPr>
          <a:lstStyle>
            <a:lvl1pPr marL="0" indent="0" algn="ctr">
              <a:buNone/>
              <a:defRPr lang="zh-CN" sz="20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dirty="0"/>
              <a:t>单击图标以添加图片</a:t>
            </a:r>
          </a:p>
        </p:txBody>
      </p:sp>
      <p:sp>
        <p:nvSpPr>
          <p:cNvPr id="10" name="灯片编号占位符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zh-CN"/>
            </a:defPPr>
          </a:lstStyle>
          <a:p>
            <a:fld id="{294A09A9-5501-47C1-A89A-A340965A2BE2}" type="slidenum">
              <a:rPr lang="en-US" altLang="zh-CN" smtClean="0"/>
              <a:pPr/>
              <a:t>‹#›</a:t>
            </a:fld>
            <a:endParaRPr lang="zh-CN" altLang="en-US" dirty="0"/>
          </a:p>
        </p:txBody>
      </p:sp>
      <p:sp>
        <p:nvSpPr>
          <p:cNvPr id="8" name="日期占位符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zh-CN"/>
            </a:defPPr>
            <a:lvl1pPr>
              <a:defRPr>
                <a:latin typeface="Microsoft YaHei UI" panose="020B0503020204020204" pitchFamily="34" charset="-122"/>
              </a:defRPr>
            </a:lvl1pPr>
          </a:lstStyle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293197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内容和表格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 4">
            <a:extLst>
              <a:ext uri="{FF2B5EF4-FFF2-40B4-BE49-F238E27FC236}">
                <a16:creationId xmlns:a16="http://schemas.microsoft.com/office/drawing/2014/main" id="{CF555767-B3D8-BD57-1D42-7F6E1E668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9" name="任意多边形(F) 13">
              <a:extLst>
                <a:ext uri="{FF2B5EF4-FFF2-40B4-BE49-F238E27FC236}">
                  <a16:creationId xmlns:a16="http://schemas.microsoft.com/office/drawing/2014/main" id="{BC972B6D-098C-52F6-E990-52623B368FB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zh-CN"/>
              </a:defPPr>
            </a:lstStyle>
            <a:p>
              <a:pPr rtl="0"/>
              <a:endParaRPr lang="zh-CN" dirty="0">
                <a:latin typeface="Microsoft YaHei UI" panose="020B0503020204020204" pitchFamily="34" charset="-122"/>
              </a:endParaRPr>
            </a:p>
          </p:txBody>
        </p:sp>
        <p:sp>
          <p:nvSpPr>
            <p:cNvPr id="15" name="任意多边形(F) 14">
              <a:extLst>
                <a:ext uri="{FF2B5EF4-FFF2-40B4-BE49-F238E27FC236}">
                  <a16:creationId xmlns:a16="http://schemas.microsoft.com/office/drawing/2014/main" id="{3F0D3EE3-9A8C-531D-1EEE-1AFAB9F3BCAE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zh-CN"/>
              </a:defPPr>
            </a:lstStyle>
            <a:p>
              <a:pPr rtl="0"/>
              <a:endParaRPr lang="zh-CN" dirty="0">
                <a:latin typeface="Microsoft YaHei UI" panose="020B0503020204020204" pitchFamily="34" charset="-122"/>
              </a:endParaRPr>
            </a:p>
          </p:txBody>
        </p:sp>
        <p:sp>
          <p:nvSpPr>
            <p:cNvPr id="17" name="任意多边形(F) 15">
              <a:extLst>
                <a:ext uri="{FF2B5EF4-FFF2-40B4-BE49-F238E27FC236}">
                  <a16:creationId xmlns:a16="http://schemas.microsoft.com/office/drawing/2014/main" id="{A2BE192C-1768-890B-EC1B-5ED6E1F825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zh-CN"/>
              </a:defPPr>
            </a:lstStyle>
            <a:p>
              <a:pPr rtl="0"/>
              <a:endParaRPr lang="zh-CN" dirty="0">
                <a:latin typeface="Microsoft YaHei UI" panose="020B0503020204020204" pitchFamily="34" charset="-122"/>
              </a:endParaRPr>
            </a:p>
          </p:txBody>
        </p:sp>
      </p:grpSp>
      <p:sp>
        <p:nvSpPr>
          <p:cNvPr id="16" name="标题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61409" y="4661717"/>
            <a:ext cx="7936230" cy="1380760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lang="zh-CN" sz="4400" b="1" i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dirty="0"/>
              <a:t>单击此处添加标题 </a:t>
            </a:r>
          </a:p>
        </p:txBody>
      </p:sp>
      <p:cxnSp>
        <p:nvCxnSpPr>
          <p:cNvPr id="4" name="直接连接符​​(S)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670935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内容占位符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584005"/>
            <a:ext cx="2825115" cy="3999060"/>
          </a:xfrm>
        </p:spPr>
        <p:txBody>
          <a:bodyPr lIns="0" tIns="274320" rtlCol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lang="zh-CN" sz="20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457200" indent="0">
              <a:spcBef>
                <a:spcPts val="1800"/>
              </a:spcBef>
              <a:buNone/>
              <a:defRPr lang="zh-CN" sz="20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2pPr>
            <a:lvl3pPr marL="914400" indent="0">
              <a:spcBef>
                <a:spcPts val="1800"/>
              </a:spcBef>
              <a:buNone/>
              <a:defRPr lang="zh-CN" sz="20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3pPr>
            <a:lvl4pPr marL="1371600" indent="0">
              <a:spcBef>
                <a:spcPts val="1800"/>
              </a:spcBef>
              <a:buNone/>
              <a:defRPr lang="zh-CN" sz="20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4pPr>
            <a:lvl5pPr marL="1828800" indent="0">
              <a:spcBef>
                <a:spcPts val="1800"/>
              </a:spcBef>
              <a:buNone/>
              <a:defRPr lang="zh-CN" sz="20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5pPr>
          </a:lstStyle>
          <a:p>
            <a:pPr lvl="0" rtl="0"/>
            <a:r>
              <a:rPr lang="zh-CN" dirty="0"/>
              <a:t>单击此处添加内容</a:t>
            </a:r>
          </a:p>
          <a:p>
            <a:pPr lvl="1" rtl="0"/>
            <a:r>
              <a:rPr lang="zh-CN" dirty="0"/>
              <a:t>第二级</a:t>
            </a:r>
          </a:p>
          <a:p>
            <a:pPr lvl="2" rtl="0"/>
            <a:r>
              <a:rPr lang="zh-CN" dirty="0"/>
              <a:t>第三级</a:t>
            </a:r>
          </a:p>
          <a:p>
            <a:pPr lvl="3" rtl="0"/>
            <a:r>
              <a:rPr lang="zh-CN" dirty="0"/>
              <a:t>第四级</a:t>
            </a:r>
          </a:p>
          <a:p>
            <a:pPr lvl="4" rtl="0"/>
            <a:r>
              <a:rPr lang="zh-CN" dirty="0"/>
              <a:t>第五级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70934" y="584005"/>
            <a:ext cx="7926705" cy="3999060"/>
          </a:xfrm>
        </p:spPr>
        <p:txBody>
          <a:bodyPr lIns="0" rtlCol="0">
            <a:normAutofit/>
          </a:bodyPr>
          <a:lstStyle>
            <a:lvl1pPr marL="0" indent="0">
              <a:spcBef>
                <a:spcPts val="1800"/>
              </a:spcBef>
              <a:buNone/>
              <a:defRPr lang="zh-CN" sz="20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>
              <a:spcBef>
                <a:spcPts val="600"/>
              </a:spcBef>
              <a:defRPr lang="zh-CN" sz="20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2pPr>
            <a:lvl3pPr>
              <a:spcBef>
                <a:spcPts val="1800"/>
              </a:spcBef>
              <a:defRPr lang="zh-CN" sz="20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3pPr>
            <a:lvl4pPr>
              <a:spcBef>
                <a:spcPts val="1800"/>
              </a:spcBef>
              <a:defRPr lang="zh-CN" sz="20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4pPr>
            <a:lvl5pPr>
              <a:spcBef>
                <a:spcPts val="1800"/>
              </a:spcBef>
              <a:defRPr lang="zh-CN" sz="20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5pPr>
          </a:lstStyle>
          <a:p>
            <a:pPr lvl="0" rtl="0"/>
            <a:r>
              <a:rPr lang="zh-CN" dirty="0"/>
              <a:t>单击此处添加内容</a:t>
            </a:r>
          </a:p>
          <a:p>
            <a:pPr lvl="1" rtl="0"/>
            <a:r>
              <a:rPr lang="zh-CN" dirty="0"/>
              <a:t>第二级</a:t>
            </a:r>
          </a:p>
          <a:p>
            <a:pPr lvl="2" rtl="0"/>
            <a:r>
              <a:rPr lang="zh-CN" dirty="0"/>
              <a:t>第三级</a:t>
            </a:r>
          </a:p>
          <a:p>
            <a:pPr lvl="3" rtl="0"/>
            <a:r>
              <a:rPr lang="zh-CN" dirty="0"/>
              <a:t>第四级</a:t>
            </a:r>
          </a:p>
          <a:p>
            <a:pPr lvl="4" rtl="0"/>
            <a:r>
              <a:rPr lang="zh-CN" dirty="0"/>
              <a:t>第五级</a:t>
            </a:r>
          </a:p>
        </p:txBody>
      </p:sp>
      <p:sp>
        <p:nvSpPr>
          <p:cNvPr id="10" name="灯片编号占位符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zh-CN"/>
            </a:defPPr>
          </a:lstStyle>
          <a:p>
            <a:fld id="{294A09A9-5501-47C1-A89A-A340965A2BE2}" type="slidenum">
              <a:rPr lang="en-US" altLang="zh-CN" smtClean="0"/>
              <a:pPr/>
              <a:t>‹#›</a:t>
            </a:fld>
            <a:endParaRPr lang="zh-CN" altLang="en-US" dirty="0"/>
          </a:p>
        </p:txBody>
      </p:sp>
      <p:sp>
        <p:nvSpPr>
          <p:cNvPr id="8" name="日期占位符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zh-CN"/>
            </a:defPPr>
            <a:lvl1pPr>
              <a:defRPr>
                <a:latin typeface="Microsoft YaHei UI" panose="020B0503020204020204" pitchFamily="34" charset="-122"/>
              </a:defRPr>
            </a:lvl1pPr>
          </a:lstStyle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443291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两栏内容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任意多边形(F)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zh-CN"/>
              </a:defPPr>
            </a:lstStyle>
            <a:p>
              <a:pPr rtl="0"/>
              <a:endParaRPr lang="zh-CN" dirty="0">
                <a:latin typeface="Microsoft YaHei UI" panose="020B0503020204020204" pitchFamily="34" charset="-122"/>
              </a:endParaRPr>
            </a:p>
          </p:txBody>
        </p:sp>
        <p:sp>
          <p:nvSpPr>
            <p:cNvPr id="13" name="任意多边形(F)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zh-CN"/>
              </a:defPPr>
            </a:lstStyle>
            <a:p>
              <a:pPr rtl="0"/>
              <a:endParaRPr lang="zh-CN" dirty="0">
                <a:latin typeface="Microsoft YaHei UI" panose="020B0503020204020204" pitchFamily="34" charset="-122"/>
              </a:endParaRPr>
            </a:p>
          </p:txBody>
        </p:sp>
        <p:sp>
          <p:nvSpPr>
            <p:cNvPr id="14" name="任意多边形(F)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zh-CN"/>
              </a:defPPr>
            </a:lstStyle>
            <a:p>
              <a:pPr rtl="0"/>
              <a:endParaRPr lang="zh-CN" dirty="0">
                <a:latin typeface="Microsoft YaHei UI" panose="020B0503020204020204" pitchFamily="34" charset="-122"/>
              </a:endParaRPr>
            </a:p>
          </p:txBody>
        </p:sp>
      </p:grpSp>
      <p:sp>
        <p:nvSpPr>
          <p:cNvPr id="16" name="标题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98408"/>
            <a:ext cx="10972800" cy="1574317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lang="zh-CN" sz="4400" b="1" i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dirty="0"/>
              <a:t>单击此处添加标题 </a:t>
            </a:r>
          </a:p>
        </p:txBody>
      </p:sp>
      <p:cxnSp>
        <p:nvCxnSpPr>
          <p:cNvPr id="4" name="直接连接符​​(S)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5523" y="2676525"/>
            <a:ext cx="5746750" cy="3597470"/>
          </a:xfrm>
        </p:spPr>
        <p:txBody>
          <a:bodyPr lIns="0" rtlCol="0">
            <a:normAutofit/>
          </a:bodyPr>
          <a:lstStyle>
            <a:lvl1pPr marL="0" indent="0">
              <a:spcBef>
                <a:spcPts val="1800"/>
              </a:spcBef>
              <a:buNone/>
              <a:defRPr lang="zh-CN" sz="20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>
              <a:spcBef>
                <a:spcPts val="600"/>
              </a:spcBef>
              <a:defRPr lang="zh-CN" sz="20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2pPr>
            <a:lvl3pPr>
              <a:spcBef>
                <a:spcPts val="1800"/>
              </a:spcBef>
              <a:defRPr lang="zh-CN" sz="20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3pPr>
            <a:lvl4pPr>
              <a:spcBef>
                <a:spcPts val="1800"/>
              </a:spcBef>
              <a:defRPr lang="zh-CN" sz="20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4pPr>
            <a:lvl5pPr>
              <a:spcBef>
                <a:spcPts val="1800"/>
              </a:spcBef>
              <a:defRPr lang="zh-CN" sz="20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5pPr>
          </a:lstStyle>
          <a:p>
            <a:pPr lvl="0" rtl="0"/>
            <a:r>
              <a:rPr lang="zh-CN" dirty="0"/>
              <a:t>单击此处添加内容</a:t>
            </a:r>
          </a:p>
          <a:p>
            <a:pPr lvl="1" rtl="0"/>
            <a:r>
              <a:rPr lang="zh-CN" dirty="0"/>
              <a:t>第二级</a:t>
            </a:r>
          </a:p>
          <a:p>
            <a:pPr lvl="2" rtl="0"/>
            <a:r>
              <a:rPr lang="zh-CN" dirty="0"/>
              <a:t>第三级</a:t>
            </a:r>
          </a:p>
          <a:p>
            <a:pPr lvl="3" rtl="0"/>
            <a:r>
              <a:rPr lang="zh-CN" dirty="0"/>
              <a:t>第四级</a:t>
            </a:r>
          </a:p>
          <a:p>
            <a:pPr lvl="4" rtl="0"/>
            <a:r>
              <a:rPr lang="zh-CN" dirty="0"/>
              <a:t>第五级</a:t>
            </a:r>
          </a:p>
        </p:txBody>
      </p:sp>
      <p:sp>
        <p:nvSpPr>
          <p:cNvPr id="7" name="内容占位符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620000" y="2676525"/>
            <a:ext cx="3947160" cy="3597470"/>
          </a:xfrm>
        </p:spPr>
        <p:txBody>
          <a:bodyPr lIns="0" rtlCol="0">
            <a:normAutofit/>
          </a:bodyPr>
          <a:lstStyle>
            <a:lvl1pPr marL="342900" indent="-342900">
              <a:spcBef>
                <a:spcPts val="1800"/>
              </a:spcBef>
              <a:buFont typeface="Arial" panose="020B0604020202020204" pitchFamily="34" charset="0"/>
              <a:buChar char="•"/>
              <a:defRPr lang="zh-CN" sz="20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>
              <a:spcBef>
                <a:spcPts val="1800"/>
              </a:spcBef>
              <a:defRPr lang="zh-CN" sz="20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2pPr>
            <a:lvl3pPr>
              <a:spcBef>
                <a:spcPts val="1800"/>
              </a:spcBef>
              <a:defRPr lang="zh-CN" sz="20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3pPr>
            <a:lvl4pPr>
              <a:spcBef>
                <a:spcPts val="1800"/>
              </a:spcBef>
              <a:defRPr lang="zh-CN" sz="20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4pPr>
            <a:lvl5pPr>
              <a:spcBef>
                <a:spcPts val="1800"/>
              </a:spcBef>
              <a:defRPr lang="zh-CN" sz="20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5pPr>
          </a:lstStyle>
          <a:p>
            <a:pPr lvl="0" rtl="0"/>
            <a:r>
              <a:rPr lang="zh-CN" dirty="0"/>
              <a:t>单击此处添加内容</a:t>
            </a:r>
          </a:p>
          <a:p>
            <a:pPr lvl="1" rtl="0"/>
            <a:r>
              <a:rPr lang="zh-CN" dirty="0"/>
              <a:t>第二级</a:t>
            </a:r>
          </a:p>
          <a:p>
            <a:pPr lvl="2" rtl="0"/>
            <a:r>
              <a:rPr lang="zh-CN" dirty="0"/>
              <a:t>第三级</a:t>
            </a:r>
          </a:p>
          <a:p>
            <a:pPr lvl="3" rtl="0"/>
            <a:r>
              <a:rPr lang="zh-CN" dirty="0"/>
              <a:t>第四级</a:t>
            </a:r>
          </a:p>
          <a:p>
            <a:pPr lvl="4" rtl="0"/>
            <a:r>
              <a:rPr lang="zh-CN" dirty="0"/>
              <a:t>第五级</a:t>
            </a:r>
          </a:p>
        </p:txBody>
      </p:sp>
      <p:sp>
        <p:nvSpPr>
          <p:cNvPr id="8" name="日期占位符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zh-CN"/>
            </a:defPPr>
            <a:lvl1pPr>
              <a:defRPr>
                <a:latin typeface="Microsoft YaHei UI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0" name="灯片编号占位符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zh-CN"/>
            </a:defPPr>
          </a:lstStyle>
          <a:p>
            <a:fld id="{294A09A9-5501-47C1-A89A-A340965A2BE2}" type="slidenum">
              <a:rPr lang="en-US" altLang="zh-CN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497447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表格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标题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02400"/>
            <a:ext cx="10972800" cy="1570325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lang="zh-CN" sz="4400" b="1" i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dirty="0"/>
              <a:t>单击此处添加标题 </a:t>
            </a:r>
          </a:p>
        </p:txBody>
      </p:sp>
      <p:sp>
        <p:nvSpPr>
          <p:cNvPr id="9" name="表格占位符 2">
            <a:extLst>
              <a:ext uri="{FF2B5EF4-FFF2-40B4-BE49-F238E27FC236}">
                <a16:creationId xmlns:a16="http://schemas.microsoft.com/office/drawing/2014/main" id="{1506B022-475A-6647-98FF-D5C319A0C7C4}"/>
              </a:ext>
            </a:extLst>
          </p:cNvPr>
          <p:cNvSpPr>
            <a:spLocks noGrp="1"/>
          </p:cNvSpPr>
          <p:nvPr>
            <p:ph type="tbl" sz="quarter" idx="10" hasCustomPrompt="1"/>
          </p:nvPr>
        </p:nvSpPr>
        <p:spPr>
          <a:xfrm>
            <a:off x="594360" y="2628629"/>
            <a:ext cx="10972800" cy="3636740"/>
          </a:xfrm>
        </p:spPr>
        <p:txBody>
          <a:bodyPr rtlCol="0">
            <a:normAutofit/>
          </a:bodyPr>
          <a:lstStyle>
            <a:lvl1pPr>
              <a:defRPr lang="zh-CN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dirty="0"/>
              <a:t>单击图标以添加表格</a:t>
            </a:r>
          </a:p>
        </p:txBody>
      </p:sp>
      <p:sp>
        <p:nvSpPr>
          <p:cNvPr id="10" name="灯片编号占位符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zh-CN"/>
            </a:defPPr>
          </a:lstStyle>
          <a:p>
            <a:fld id="{294A09A9-5501-47C1-A89A-A340965A2BE2}" type="slidenum">
              <a:rPr lang="en-US" altLang="zh-CN" smtClean="0"/>
              <a:pPr/>
              <a:t>‹#›</a:t>
            </a:fld>
            <a:endParaRPr lang="zh-CN" altLang="en-US" dirty="0"/>
          </a:p>
        </p:txBody>
      </p:sp>
      <p:sp>
        <p:nvSpPr>
          <p:cNvPr id="8" name="日期占位符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zh-CN"/>
            </a:defPPr>
            <a:lvl1pPr>
              <a:defRPr>
                <a:latin typeface="Microsoft YaHei UI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cxnSp>
        <p:nvCxnSpPr>
          <p:cNvPr id="4" name="直接连接符​​(S)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4109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4360" y="411479"/>
            <a:ext cx="5486400" cy="3291840"/>
          </a:xfrm>
          <a:prstGeom prst="rect">
            <a:avLst/>
          </a:prstGeom>
        </p:spPr>
        <p:txBody>
          <a:bodyPr lIns="0" tIns="0" rIns="0" bIns="0" rtlCol="0" anchor="b">
            <a:normAutofit/>
          </a:bodyPr>
          <a:lstStyle>
            <a:lvl1pPr algn="l">
              <a:lnSpc>
                <a:spcPct val="80000"/>
              </a:lnSpc>
              <a:defRPr lang="zh-CN" sz="6000" b="1" i="0" spc="100" baseline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dirty="0"/>
              <a:t>单击此处添加标题 </a:t>
            </a:r>
          </a:p>
        </p:txBody>
      </p:sp>
      <p:grpSp>
        <p:nvGrpSpPr>
          <p:cNvPr id="9" name="组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flipH="1" flipV="1">
            <a:off x="6092752" y="0"/>
            <a:ext cx="6099248" cy="6099248"/>
            <a:chOff x="0" y="12289"/>
            <a:chExt cx="3550" cy="3551"/>
          </a:xfrm>
        </p:grpSpPr>
        <p:sp>
          <p:nvSpPr>
            <p:cNvPr id="10" name="任意多边形(F)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zh-CN"/>
              </a:defPPr>
            </a:lstStyle>
            <a:p>
              <a:pPr rtl="0"/>
              <a:endParaRPr lang="zh-CN" dirty="0">
                <a:latin typeface="Microsoft YaHei UI" panose="020B0503020204020204" pitchFamily="34" charset="-122"/>
              </a:endParaRPr>
            </a:p>
          </p:txBody>
        </p:sp>
        <p:sp>
          <p:nvSpPr>
            <p:cNvPr id="11" name="任意多边形(F)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zh-CN"/>
              </a:defPPr>
            </a:lstStyle>
            <a:p>
              <a:pPr rtl="0"/>
              <a:endParaRPr lang="zh-CN" dirty="0">
                <a:latin typeface="Microsoft YaHei UI" panose="020B0503020204020204" pitchFamily="34" charset="-122"/>
              </a:endParaRPr>
            </a:p>
          </p:txBody>
        </p:sp>
        <p:sp>
          <p:nvSpPr>
            <p:cNvPr id="12" name="任意多边形(F)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zh-CN"/>
              </a:defPPr>
            </a:lstStyle>
            <a:p>
              <a:pPr rtl="0"/>
              <a:endParaRPr lang="zh-CN" dirty="0">
                <a:latin typeface="Microsoft YaHei UI" panose="020B0503020204020204" pitchFamily="34" charset="-122"/>
              </a:endParaRPr>
            </a:p>
          </p:txBody>
        </p:sp>
      </p:grpSp>
      <p:sp>
        <p:nvSpPr>
          <p:cNvPr id="18" name="文本占位符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94360" y="4549552"/>
            <a:ext cx="5486400" cy="1645920"/>
          </a:xfrm>
        </p:spPr>
        <p:txBody>
          <a:bodyPr lIns="0" tIns="0" rIns="0" bIns="0" rtlCol="0">
            <a:normAutofit/>
          </a:bodyPr>
          <a:lstStyle>
            <a:lvl1pPr marL="0" indent="0">
              <a:buNone/>
              <a:defRPr lang="zh-CN" sz="2400" b="1" i="0">
                <a:solidFill>
                  <a:schemeClr val="tx2">
                    <a:lumMod val="7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>
              <a:defRPr lang="zh-CN" sz="4000"/>
            </a:lvl2pPr>
            <a:lvl3pPr>
              <a:defRPr lang="zh-CN" sz="4000"/>
            </a:lvl3pPr>
            <a:lvl4pPr>
              <a:defRPr lang="zh-CN" sz="4000"/>
            </a:lvl4pPr>
            <a:lvl5pPr>
              <a:defRPr lang="zh-CN" sz="4000"/>
            </a:lvl5pPr>
          </a:lstStyle>
          <a:p>
            <a:pPr lvl="0" rtl="0"/>
            <a:r>
              <a:rPr lang="zh-CN" dirty="0"/>
              <a:t>单击此处添加文本</a:t>
            </a:r>
          </a:p>
        </p:txBody>
      </p:sp>
      <p:cxnSp>
        <p:nvCxnSpPr>
          <p:cNvPr id="4" name="直接连接符​​(S) 3">
            <a:extLst>
              <a:ext uri="{FF2B5EF4-FFF2-40B4-BE49-F238E27FC236}">
                <a16:creationId xmlns:a16="http://schemas.microsoft.com/office/drawing/2014/main" id="{58B149C6-5AAC-B8E5-5411-EA38821F67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92738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EED84C6-50E6-6C43-8031-AFF6268E0C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4360" y="1825625"/>
            <a:ext cx="1038225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zh-CN"/>
            </a:defPPr>
          </a:lstStyle>
          <a:p>
            <a:pPr lvl="0" rtl="0"/>
            <a:r>
              <a:rPr lang="zh-CN" altLang="en-US" noProof="0" dirty="0"/>
              <a:t>单击此处编辑母版文本样式</a:t>
            </a:r>
          </a:p>
          <a:p>
            <a:pPr lvl="1" rtl="0"/>
            <a:r>
              <a:rPr lang="zh-CN" altLang="en-US" noProof="0" dirty="0"/>
              <a:t>第二级</a:t>
            </a:r>
          </a:p>
          <a:p>
            <a:pPr lvl="2" rtl="0"/>
            <a:r>
              <a:rPr lang="zh-CN" altLang="en-US" noProof="0" dirty="0"/>
              <a:t>第三级</a:t>
            </a:r>
          </a:p>
          <a:p>
            <a:pPr lvl="3" rtl="0"/>
            <a:r>
              <a:rPr lang="zh-CN" altLang="en-US" noProof="0" dirty="0"/>
              <a:t>第四级</a:t>
            </a:r>
          </a:p>
          <a:p>
            <a:pPr lvl="4" rtl="0"/>
            <a:r>
              <a:rPr lang="zh-CN" altLang="en-US" noProof="0" dirty="0"/>
              <a:t>第五级</a:t>
            </a:r>
          </a:p>
        </p:txBody>
      </p:sp>
      <p:sp>
        <p:nvSpPr>
          <p:cNvPr id="12" name="标题占位符 11">
            <a:extLst>
              <a:ext uri="{FF2B5EF4-FFF2-40B4-BE49-F238E27FC236}">
                <a16:creationId xmlns:a16="http://schemas.microsoft.com/office/drawing/2014/main" id="{D41FC0AE-253D-D242-9C88-017078F8A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365125"/>
            <a:ext cx="104013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zh-CN"/>
            </a:defPPr>
          </a:lstStyle>
          <a:p>
            <a:pPr rtl="0"/>
            <a:r>
              <a:rPr lang="zh-CN" altLang="en-US" noProof="0" dirty="0"/>
              <a:t>单击此处编辑母版标题样式</a:t>
            </a:r>
          </a:p>
        </p:txBody>
      </p:sp>
      <p:sp>
        <p:nvSpPr>
          <p:cNvPr id="30" name="日期占位符 3">
            <a:extLst>
              <a:ext uri="{FF2B5EF4-FFF2-40B4-BE49-F238E27FC236}">
                <a16:creationId xmlns:a16="http://schemas.microsoft.com/office/drawing/2014/main" id="{EF47083A-6D76-4B4D-87CA-E08E212F78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33648" y="6332220"/>
            <a:ext cx="131318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lang="zh-CN" sz="1100" b="0" i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endParaRPr lang="zh-CN" altLang="en-US" noProof="0" dirty="0">
              <a:ea typeface="Microsoft YaHei UI" panose="020B0503020204020204" pitchFamily="34" charset="-122"/>
            </a:endParaRPr>
          </a:p>
        </p:txBody>
      </p:sp>
      <p:sp>
        <p:nvSpPr>
          <p:cNvPr id="32" name="幻灯片编号占位符 5">
            <a:extLst>
              <a:ext uri="{FF2B5EF4-FFF2-40B4-BE49-F238E27FC236}">
                <a16:creationId xmlns:a16="http://schemas.microsoft.com/office/drawing/2014/main" id="{C8ADA0DF-3751-9A48-8A21-59F01C782D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4360" y="6332220"/>
            <a:ext cx="52324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lang="zh-CN" sz="1100" b="1" i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294A09A9-5501-47C1-A89A-A340965A2BE2}" type="slidenum">
              <a:rPr lang="en-US" altLang="zh-CN" noProof="0" smtClean="0"/>
              <a:pPr/>
              <a:t>‹#›</a:t>
            </a:fld>
            <a:endParaRPr lang="zh-CN" altLang="en-US" noProof="0" dirty="0"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158922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1" r:id="rId1"/>
    <p:sldLayoutId id="2147483698" r:id="rId2"/>
    <p:sldLayoutId id="2147483710" r:id="rId3"/>
    <p:sldLayoutId id="2147483700" r:id="rId4"/>
    <p:sldLayoutId id="2147483701" r:id="rId5"/>
    <p:sldLayoutId id="2147483659" r:id="rId6"/>
    <p:sldLayoutId id="2147483709" r:id="rId7"/>
    <p:sldLayoutId id="2147483708" r:id="rId8"/>
    <p:sldLayoutId id="2147483707" r:id="rId9"/>
    <p:sldLayoutId id="2147483706" r:id="rId10"/>
    <p:sldLayoutId id="2147483705" r:id="rId11"/>
    <p:sldLayoutId id="2147483704" r:id="rId12"/>
    <p:sldLayoutId id="2147483703" r:id="rId13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lang="zh-CN" sz="4400" b="1" i="0" kern="1200" spc="100" baseline="0">
          <a:solidFill>
            <a:schemeClr val="bg1"/>
          </a:solidFill>
          <a:latin typeface="Microsoft YaHei UI" panose="020B0503020204020204" pitchFamily="34" charset="-122"/>
          <a:ea typeface="Microsoft YaHei UI" panose="020B0503020204020204" pitchFamily="34" charset="-122"/>
          <a:cs typeface="+mj-cs"/>
        </a:defRPr>
      </a:lvl1pPr>
    </p:titleStyle>
    <p:bodyStyle>
      <a:lvl1pPr marL="228600" indent="-283464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zh-CN" sz="2800" b="0" i="0" kern="1200">
          <a:solidFill>
            <a:schemeClr val="bg1"/>
          </a:solidFill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1pPr>
      <a:lvl2pPr marL="6858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zh-CN" sz="2400" b="0" i="0" kern="1200">
          <a:solidFill>
            <a:schemeClr val="bg1"/>
          </a:solidFill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2pPr>
      <a:lvl3pPr marL="11430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zh-CN" sz="2000" b="0" i="0" kern="1200">
          <a:solidFill>
            <a:schemeClr val="bg1"/>
          </a:solidFill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3pPr>
      <a:lvl4pPr marL="16002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zh-CN" sz="1800" b="0" i="0" kern="1200">
          <a:solidFill>
            <a:schemeClr val="bg1"/>
          </a:solidFill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4pPr>
      <a:lvl5pPr marL="20574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zh-CN" sz="1800" b="0" i="0" kern="1200">
          <a:solidFill>
            <a:schemeClr val="bg1"/>
          </a:solidFill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600" userDrawn="1">
          <p15:clr>
            <a:srgbClr val="547EBF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48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  <p15:guide id="17" pos="39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B1D9D6-2977-ABCD-FDF8-51AFA5064E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24084" y="491320"/>
            <a:ext cx="10400276" cy="1915462"/>
          </a:xfrm>
        </p:spPr>
        <p:txBody>
          <a:bodyPr rtlCol="0">
            <a:normAutofit/>
          </a:bodyPr>
          <a:lstStyle>
            <a:defPPr>
              <a:defRPr lang="zh-CN"/>
            </a:defPPr>
          </a:lstStyle>
          <a:p>
            <a:pPr rtl="0"/>
            <a:r>
              <a:rPr lang="en-US" altLang="zh-CN" sz="5400" dirty="0" err="1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QuickForm</a:t>
            </a:r>
            <a:r>
              <a:rPr lang="zh-CN" altLang="en-US" sz="5400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：为</a:t>
            </a:r>
            <a:r>
              <a:rPr lang="en-US" altLang="zh-CN" sz="5400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AI</a:t>
            </a:r>
            <a:r>
              <a:rPr lang="zh-CN" altLang="en-US" sz="5400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赋能教学而生</a:t>
            </a:r>
            <a:endParaRPr lang="zh-CN" sz="5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CD2EEA8-61CC-41DB-F000-5B90A633455F}"/>
              </a:ext>
            </a:extLst>
          </p:cNvPr>
          <p:cNvSpPr txBox="1"/>
          <p:nvPr/>
        </p:nvSpPr>
        <p:spPr>
          <a:xfrm>
            <a:off x="5090160" y="3429000"/>
            <a:ext cx="431019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4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2025.12.27</a:t>
            </a:r>
            <a:endParaRPr lang="zh-CN" altLang="en-US" sz="2400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90304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1680205"/>
          </a:xfrm>
        </p:spPr>
        <p:txBody>
          <a:bodyPr rtlCol="0">
            <a:normAutofit/>
          </a:bodyPr>
          <a:lstStyle>
            <a:defPPr>
              <a:defRPr lang="zh-CN"/>
            </a:defPPr>
          </a:lstStyle>
          <a:p>
            <a:pPr rtl="0"/>
            <a:r>
              <a:rPr lang="zh-CN" altLang="en-US" dirty="0"/>
              <a:t>初心</a:t>
            </a:r>
            <a:endParaRPr lang="zh-CN" dirty="0"/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F70BD87D-F7DA-961B-4024-A354DC87D16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379808" y="1459436"/>
            <a:ext cx="7783467" cy="3700462"/>
          </a:xfrm>
        </p:spPr>
        <p:txBody>
          <a:bodyPr rtlCol="0">
            <a:normAutofit/>
          </a:bodyPr>
          <a:lstStyle>
            <a:defPPr>
              <a:defRPr lang="zh-CN"/>
            </a:defPPr>
          </a:lstStyle>
          <a:p>
            <a:pPr marL="0" indent="0" rtl="0">
              <a:buNone/>
            </a:pPr>
            <a:r>
              <a:rPr lang="zh-CN" altLang="en-US" sz="2800" b="1" dirty="0"/>
              <a:t>全国都在</a:t>
            </a:r>
            <a:r>
              <a:rPr lang="en-US" altLang="zh-CN" sz="2800" b="1" dirty="0"/>
              <a:t>AI</a:t>
            </a:r>
            <a:r>
              <a:rPr lang="zh-CN" altLang="en-US" sz="2800" b="1" dirty="0"/>
              <a:t>赋能学科教学</a:t>
            </a:r>
            <a:endParaRPr lang="en-US" altLang="zh-CN" sz="2800" b="1" dirty="0"/>
          </a:p>
          <a:p>
            <a:pPr marL="0" indent="0" rtl="0">
              <a:buNone/>
            </a:pPr>
            <a:r>
              <a:rPr lang="zh-CN" altLang="en-US" sz="2800" b="1" dirty="0"/>
              <a:t>需要低门槛的工具</a:t>
            </a:r>
            <a:endParaRPr lang="en-US" altLang="zh-CN" sz="2800" b="1" dirty="0"/>
          </a:p>
          <a:p>
            <a:pPr marL="0" indent="0" rtl="0">
              <a:buNone/>
            </a:pPr>
            <a:endParaRPr lang="en-US" altLang="zh-CN" sz="2800" b="1" dirty="0"/>
          </a:p>
          <a:p>
            <a:pPr marL="0" indent="0" rtl="0">
              <a:buNone/>
            </a:pPr>
            <a:r>
              <a:rPr lang="zh-CN" altLang="en-US" sz="2800" b="1" dirty="0"/>
              <a:t>在大班教学不能改变的情况下</a:t>
            </a:r>
            <a:endParaRPr lang="en-US" altLang="zh-CN" sz="2800" b="1" dirty="0"/>
          </a:p>
          <a:p>
            <a:pPr marL="0" indent="0" rtl="0">
              <a:buNone/>
            </a:pPr>
            <a:r>
              <a:rPr lang="zh-CN" altLang="en-US" sz="2800" b="1" dirty="0"/>
              <a:t>需要一个能撬动课堂互动的低门槛工具</a:t>
            </a:r>
            <a:endParaRPr lang="en-US" altLang="zh-CN" sz="2800" b="1" dirty="0"/>
          </a:p>
          <a:p>
            <a:pPr marL="0" indent="0" rtl="0">
              <a:buNone/>
            </a:pPr>
            <a:endParaRPr lang="zh-CN" dirty="0"/>
          </a:p>
        </p:txBody>
      </p:sp>
      <p:grpSp>
        <p:nvGrpSpPr>
          <p:cNvPr id="19" name="组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任意多边形(F)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zh-CN"/>
              </a:defPPr>
            </a:lstStyle>
            <a:p>
              <a:pPr rtl="0"/>
              <a:endParaRPr lang="zh-CN" dirty="0">
                <a:latin typeface="Microsoft YaHei UI" panose="020B0503020204020204" pitchFamily="34" charset="-122"/>
              </a:endParaRPr>
            </a:p>
          </p:txBody>
        </p:sp>
        <p:sp>
          <p:nvSpPr>
            <p:cNvPr id="21" name="任意多边形(F)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zh-CN"/>
              </a:defPPr>
            </a:lstStyle>
            <a:p>
              <a:pPr rtl="0"/>
              <a:endParaRPr lang="zh-CN" dirty="0">
                <a:latin typeface="Microsoft YaHei UI" panose="020B0503020204020204" pitchFamily="34" charset="-122"/>
              </a:endParaRPr>
            </a:p>
          </p:txBody>
        </p:sp>
        <p:sp>
          <p:nvSpPr>
            <p:cNvPr id="22" name="任意多边形(F)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zh-CN"/>
              </a:defPPr>
            </a:lstStyle>
            <a:p>
              <a:pPr rtl="0"/>
              <a:endParaRPr lang="zh-CN" dirty="0">
                <a:latin typeface="Microsoft YaHei UI" panose="020B0503020204020204" pitchFamily="34" charset="-122"/>
              </a:endParaRPr>
            </a:p>
          </p:txBody>
        </p: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E0DB658A-3B01-F36D-458B-CA2B024A419D}"/>
              </a:ext>
            </a:extLst>
          </p:cNvPr>
          <p:cNvSpPr txBox="1"/>
          <p:nvPr/>
        </p:nvSpPr>
        <p:spPr>
          <a:xfrm>
            <a:off x="3670272" y="2393214"/>
            <a:ext cx="566168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QuickForm</a:t>
            </a:r>
            <a:endParaRPr lang="zh-CN" altLang="en-US" sz="80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03120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/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C84147-B93D-DAFE-CC07-4C32473431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B852B750-DA0D-01E0-75C1-D3CE1A9B97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1680205"/>
          </a:xfrm>
        </p:spPr>
        <p:txBody>
          <a:bodyPr rtlCol="0">
            <a:normAutofit/>
          </a:bodyPr>
          <a:lstStyle>
            <a:defPPr>
              <a:defRPr lang="zh-CN"/>
            </a:defPPr>
          </a:lstStyle>
          <a:p>
            <a:pPr rtl="0"/>
            <a:r>
              <a:rPr lang="zh-CN" altLang="en-US" dirty="0"/>
              <a:t>初心</a:t>
            </a:r>
            <a:endParaRPr lang="zh-CN" dirty="0"/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709D40E7-6D7A-97A9-5754-2D500A88D1A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176042" y="2292811"/>
            <a:ext cx="9525964" cy="4270033"/>
          </a:xfrm>
        </p:spPr>
        <p:txBody>
          <a:bodyPr rtlCol="0">
            <a:normAutofit fontScale="92500" lnSpcReduction="10000"/>
          </a:bodyPr>
          <a:lstStyle>
            <a:defPPr>
              <a:defRPr lang="zh-CN"/>
            </a:def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2800" b="1" dirty="0"/>
              <a:t>它足够简单</a:t>
            </a:r>
            <a:r>
              <a:rPr lang="zh-CN" altLang="en-US" sz="2800" dirty="0"/>
              <a:t>：</a:t>
            </a:r>
            <a:endParaRPr lang="en-US" altLang="zh-CN" sz="28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2400" dirty="0"/>
              <a:t>老师几分钟</a:t>
            </a:r>
            <a:r>
              <a:rPr lang="zh-CN" altLang="en-US" sz="2400" b="1" dirty="0"/>
              <a:t>就能上手</a:t>
            </a:r>
            <a:r>
              <a:rPr lang="zh-CN" altLang="en-US" sz="2400" dirty="0"/>
              <a:t>，生成交互式网页。</a:t>
            </a:r>
            <a:endParaRPr lang="en-US" altLang="zh-CN" sz="24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altLang="zh-CN" sz="2800" b="1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2800" b="1" dirty="0"/>
              <a:t>它足够实时</a:t>
            </a:r>
            <a:r>
              <a:rPr lang="zh-CN" altLang="en-US" sz="2800" dirty="0"/>
              <a:t>：</a:t>
            </a:r>
            <a:endParaRPr lang="en-US" altLang="zh-CN" sz="28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2400" dirty="0"/>
              <a:t>老师能利用交互式网页</a:t>
            </a:r>
            <a:r>
              <a:rPr lang="zh-CN" altLang="en-US" sz="2400" b="1" dirty="0"/>
              <a:t>实时采集</a:t>
            </a:r>
            <a:r>
              <a:rPr lang="zh-CN" altLang="en-US" sz="2400" dirty="0"/>
              <a:t>课堂交互数据。</a:t>
            </a:r>
            <a:endParaRPr lang="en-US" altLang="zh-CN" sz="24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altLang="zh-CN" sz="2800" b="1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2800" b="1" dirty="0"/>
              <a:t>它足够智能</a:t>
            </a:r>
            <a:r>
              <a:rPr lang="zh-CN" altLang="en-US" sz="2800" dirty="0"/>
              <a:t>：</a:t>
            </a:r>
            <a:endParaRPr lang="en-US" altLang="zh-CN" sz="28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2400" dirty="0"/>
              <a:t>老师能借助</a:t>
            </a:r>
            <a:r>
              <a:rPr lang="en-US" altLang="zh-CN" sz="2400" dirty="0"/>
              <a:t>AI</a:t>
            </a:r>
            <a:r>
              <a:rPr lang="zh-CN" altLang="en-US" sz="2400" b="1" dirty="0"/>
              <a:t>当场处理</a:t>
            </a:r>
            <a:r>
              <a:rPr lang="zh-CN" altLang="en-US" sz="2400" dirty="0"/>
              <a:t>采集的课堂交互数据。</a:t>
            </a:r>
            <a:br>
              <a:rPr lang="zh-CN" altLang="en-US" sz="2800" dirty="0"/>
            </a:br>
            <a:endParaRPr lang="en-US" altLang="zh-CN" sz="28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2800" b="1" dirty="0"/>
              <a:t>它足够有效</a:t>
            </a:r>
            <a:r>
              <a:rPr lang="zh-CN" altLang="en-US" sz="2800" dirty="0"/>
              <a:t>：</a:t>
            </a:r>
            <a:endParaRPr lang="en-US" altLang="zh-CN" sz="28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2400" dirty="0"/>
              <a:t>老师能</a:t>
            </a:r>
            <a:r>
              <a:rPr lang="zh-CN" altLang="en-US" sz="2400" b="1" dirty="0"/>
              <a:t>一眼看清</a:t>
            </a:r>
            <a:r>
              <a:rPr lang="en-US" altLang="zh-CN" sz="2400" dirty="0"/>
              <a:t>——</a:t>
            </a:r>
            <a:r>
              <a:rPr lang="zh-CN" altLang="en-US" sz="2400" dirty="0"/>
              <a:t>谁懂了、谁卡住、卡在哪，从而实现精准、有效的教学。</a:t>
            </a:r>
          </a:p>
        </p:txBody>
      </p:sp>
      <p:grpSp>
        <p:nvGrpSpPr>
          <p:cNvPr id="19" name="组 18">
            <a:extLst>
              <a:ext uri="{FF2B5EF4-FFF2-40B4-BE49-F238E27FC236}">
                <a16:creationId xmlns:a16="http://schemas.microsoft.com/office/drawing/2014/main" id="{F2B93D1F-1620-BC14-56BD-92C38ACE43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任意多边形(F) 19">
              <a:extLst>
                <a:ext uri="{FF2B5EF4-FFF2-40B4-BE49-F238E27FC236}">
                  <a16:creationId xmlns:a16="http://schemas.microsoft.com/office/drawing/2014/main" id="{A9910C5C-65FE-1BE6-E40E-9837F3865B49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zh-CN"/>
              </a:defPPr>
            </a:lstStyle>
            <a:p>
              <a:pPr rtl="0"/>
              <a:endParaRPr lang="zh-CN" dirty="0">
                <a:latin typeface="Microsoft YaHei UI" panose="020B0503020204020204" pitchFamily="34" charset="-122"/>
              </a:endParaRPr>
            </a:p>
          </p:txBody>
        </p:sp>
        <p:sp>
          <p:nvSpPr>
            <p:cNvPr id="21" name="任意多边形(F) 20">
              <a:extLst>
                <a:ext uri="{FF2B5EF4-FFF2-40B4-BE49-F238E27FC236}">
                  <a16:creationId xmlns:a16="http://schemas.microsoft.com/office/drawing/2014/main" id="{A0D99EB0-8F4E-491E-4F63-F4C118E25E5B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zh-CN"/>
              </a:defPPr>
            </a:lstStyle>
            <a:p>
              <a:pPr rtl="0"/>
              <a:endParaRPr lang="zh-CN" dirty="0">
                <a:latin typeface="Microsoft YaHei UI" panose="020B0503020204020204" pitchFamily="34" charset="-122"/>
              </a:endParaRPr>
            </a:p>
          </p:txBody>
        </p:sp>
        <p:sp>
          <p:nvSpPr>
            <p:cNvPr id="22" name="任意多边形(F) 21">
              <a:extLst>
                <a:ext uri="{FF2B5EF4-FFF2-40B4-BE49-F238E27FC236}">
                  <a16:creationId xmlns:a16="http://schemas.microsoft.com/office/drawing/2014/main" id="{54360EA6-9BE2-468D-DA44-0EC197CD15B3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zh-CN"/>
              </a:defPPr>
            </a:lstStyle>
            <a:p>
              <a:pPr rtl="0"/>
              <a:endParaRPr lang="zh-CN" dirty="0">
                <a:latin typeface="Microsoft YaHei UI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038356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05346ED-721D-85EE-2F1B-A31D0912DE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278129"/>
            <a:ext cx="9778365" cy="1494596"/>
          </a:xfrm>
        </p:spPr>
        <p:txBody>
          <a:bodyPr rtlCol="0">
            <a:normAutofit/>
          </a:bodyPr>
          <a:lstStyle>
            <a:defPPr>
              <a:defRPr lang="zh-CN"/>
            </a:defPPr>
          </a:lstStyle>
          <a:p>
            <a:pPr rtl="0"/>
            <a:r>
              <a:rPr lang="zh-CN" altLang="en-US" dirty="0"/>
              <a:t>功能演示</a:t>
            </a:r>
            <a:endParaRPr lang="zh-CN" dirty="0"/>
          </a:p>
        </p:txBody>
      </p:sp>
      <p:pic>
        <p:nvPicPr>
          <p:cNvPr id="3" name="00cf502f91e4e85cf8b6b3fce7c0c516">
            <a:hlinkClick r:id="" action="ppaction://media"/>
            <a:extLst>
              <a:ext uri="{FF2B5EF4-FFF2-40B4-BE49-F238E27FC236}">
                <a16:creationId xmlns:a16="http://schemas.microsoft.com/office/drawing/2014/main" id="{E148A66A-9C77-DFBD-990E-6C39EAD61F93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84842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58375A-FD80-7097-7B4A-B6D4435083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9E53B43-1805-D0E5-4787-1A428F8F20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1680205"/>
          </a:xfrm>
        </p:spPr>
        <p:txBody>
          <a:bodyPr rtlCol="0">
            <a:normAutofit/>
          </a:bodyPr>
          <a:lstStyle>
            <a:defPPr>
              <a:defRPr lang="zh-CN"/>
            </a:defPPr>
          </a:lstStyle>
          <a:p>
            <a:pPr rtl="0"/>
            <a:r>
              <a:rPr lang="zh-CN" altLang="en-US" dirty="0"/>
              <a:t>惊喜</a:t>
            </a:r>
            <a:endParaRPr lang="zh-CN" dirty="0"/>
          </a:p>
        </p:txBody>
      </p:sp>
      <p:grpSp>
        <p:nvGrpSpPr>
          <p:cNvPr id="19" name="组 18">
            <a:extLst>
              <a:ext uri="{FF2B5EF4-FFF2-40B4-BE49-F238E27FC236}">
                <a16:creationId xmlns:a16="http://schemas.microsoft.com/office/drawing/2014/main" id="{69A3A644-3871-77C6-BB29-64F4A25FE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任意多边形(F) 19">
              <a:extLst>
                <a:ext uri="{FF2B5EF4-FFF2-40B4-BE49-F238E27FC236}">
                  <a16:creationId xmlns:a16="http://schemas.microsoft.com/office/drawing/2014/main" id="{7DB25329-1CA0-90DA-CA4C-4AC7FA814A55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zh-CN"/>
              </a:defPPr>
            </a:lstStyle>
            <a:p>
              <a:pPr rtl="0"/>
              <a:endParaRPr lang="zh-CN" dirty="0">
                <a:latin typeface="Microsoft YaHei UI" panose="020B0503020204020204" pitchFamily="34" charset="-122"/>
              </a:endParaRPr>
            </a:p>
          </p:txBody>
        </p:sp>
        <p:sp>
          <p:nvSpPr>
            <p:cNvPr id="21" name="任意多边形(F) 20">
              <a:extLst>
                <a:ext uri="{FF2B5EF4-FFF2-40B4-BE49-F238E27FC236}">
                  <a16:creationId xmlns:a16="http://schemas.microsoft.com/office/drawing/2014/main" id="{AB516C23-E2DA-C616-05F9-8AFA3B79C1E0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zh-CN"/>
              </a:defPPr>
            </a:lstStyle>
            <a:p>
              <a:pPr rtl="0"/>
              <a:endParaRPr lang="zh-CN" dirty="0">
                <a:latin typeface="Microsoft YaHei UI" panose="020B0503020204020204" pitchFamily="34" charset="-122"/>
              </a:endParaRPr>
            </a:p>
          </p:txBody>
        </p:sp>
        <p:sp>
          <p:nvSpPr>
            <p:cNvPr id="22" name="任意多边形(F) 21">
              <a:extLst>
                <a:ext uri="{FF2B5EF4-FFF2-40B4-BE49-F238E27FC236}">
                  <a16:creationId xmlns:a16="http://schemas.microsoft.com/office/drawing/2014/main" id="{977997EE-60EA-569B-DE34-2DAC44CD724F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zh-CN"/>
              </a:defPPr>
            </a:lstStyle>
            <a:p>
              <a:pPr rtl="0"/>
              <a:endParaRPr lang="zh-CN" dirty="0">
                <a:latin typeface="Microsoft YaHei UI" panose="020B0503020204020204" pitchFamily="34" charset="-122"/>
              </a:endParaRPr>
            </a:p>
          </p:txBody>
        </p:sp>
      </p:grpSp>
      <p:sp>
        <p:nvSpPr>
          <p:cNvPr id="10" name="文本占位符 6">
            <a:extLst>
              <a:ext uri="{FF2B5EF4-FFF2-40B4-BE49-F238E27FC236}">
                <a16:creationId xmlns:a16="http://schemas.microsoft.com/office/drawing/2014/main" id="{1ADF23A6-4A77-FDC4-C661-B0E2E0AF614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113689" y="2190270"/>
            <a:ext cx="7563548" cy="3700462"/>
          </a:xfrm>
        </p:spPr>
        <p:txBody>
          <a:bodyPr rtlCol="0">
            <a:normAutofit/>
          </a:bodyPr>
          <a:lstStyle>
            <a:defPPr>
              <a:defRPr lang="zh-CN"/>
            </a:defPPr>
          </a:lstStyle>
          <a:p>
            <a:pPr marL="0" indent="0" rtl="0">
              <a:buNone/>
            </a:pPr>
            <a:r>
              <a:rPr lang="zh-CN" altLang="en-US" sz="2800" dirty="0"/>
              <a:t>从</a:t>
            </a:r>
            <a:r>
              <a:rPr lang="en-US" altLang="zh-CN" sz="2800" dirty="0"/>
              <a:t>2025</a:t>
            </a:r>
            <a:r>
              <a:rPr lang="zh-CN" altLang="en-US" sz="2800" dirty="0"/>
              <a:t>年</a:t>
            </a:r>
            <a:r>
              <a:rPr lang="en-US" altLang="zh-CN" sz="2800" dirty="0"/>
              <a:t>11</a:t>
            </a:r>
            <a:r>
              <a:rPr lang="zh-CN" altLang="en-US" sz="2800" dirty="0"/>
              <a:t>月</a:t>
            </a:r>
            <a:r>
              <a:rPr lang="en-US" altLang="zh-CN" sz="2800" dirty="0"/>
              <a:t>5</a:t>
            </a:r>
            <a:r>
              <a:rPr lang="zh-CN" altLang="en-US" sz="2800" dirty="0"/>
              <a:t>日启动测试到</a:t>
            </a:r>
            <a:r>
              <a:rPr lang="en-US" altLang="zh-CN" sz="2800" dirty="0"/>
              <a:t>12</a:t>
            </a:r>
            <a:r>
              <a:rPr lang="zh-CN" altLang="en-US" sz="2800" dirty="0"/>
              <a:t>月</a:t>
            </a:r>
            <a:r>
              <a:rPr lang="en-US" altLang="zh-CN" sz="2800" dirty="0"/>
              <a:t>17</a:t>
            </a:r>
            <a:r>
              <a:rPr lang="zh-CN" altLang="en-US" sz="2800" dirty="0"/>
              <a:t>日</a:t>
            </a:r>
            <a:endParaRPr lang="en-US" altLang="zh-CN" sz="2800" dirty="0"/>
          </a:p>
          <a:p>
            <a:pPr marL="0" indent="0" rtl="0">
              <a:buNone/>
            </a:pPr>
            <a:r>
              <a:rPr lang="zh-CN" altLang="en-US" sz="2800" dirty="0"/>
              <a:t>注册人数破</a:t>
            </a:r>
            <a:r>
              <a:rPr lang="en-US" altLang="zh-CN" sz="2800" dirty="0"/>
              <a:t>1000</a:t>
            </a:r>
            <a:r>
              <a:rPr lang="zh-CN" altLang="en-US" sz="2800" dirty="0"/>
              <a:t>人</a:t>
            </a:r>
            <a:endParaRPr lang="zh-CN" sz="2800" dirty="0"/>
          </a:p>
          <a:p>
            <a:pPr rtl="0"/>
            <a:endParaRPr lang="zh-CN" sz="2400" dirty="0"/>
          </a:p>
        </p:txBody>
      </p:sp>
      <p:sp>
        <p:nvSpPr>
          <p:cNvPr id="11" name="思想气泡: 云 10">
            <a:extLst>
              <a:ext uri="{FF2B5EF4-FFF2-40B4-BE49-F238E27FC236}">
                <a16:creationId xmlns:a16="http://schemas.microsoft.com/office/drawing/2014/main" id="{F7CB4F20-768C-9396-6FE1-D42DFB14516C}"/>
              </a:ext>
            </a:extLst>
          </p:cNvPr>
          <p:cNvSpPr/>
          <p:nvPr/>
        </p:nvSpPr>
        <p:spPr>
          <a:xfrm>
            <a:off x="7053777" y="3815999"/>
            <a:ext cx="3426691" cy="2305627"/>
          </a:xfrm>
          <a:prstGeom prst="cloudCallout">
            <a:avLst>
              <a:gd name="adj1" fmla="val -68764"/>
              <a:gd name="adj2" fmla="val -51188"/>
            </a:avLst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600" b="1" dirty="0"/>
              <a:t>没有刻意宣传</a:t>
            </a:r>
          </a:p>
          <a:p>
            <a:pPr algn="ctr"/>
            <a:r>
              <a:rPr lang="zh-CN" altLang="en-US" sz="2600" b="1" dirty="0"/>
              <a:t>没有专门推广</a:t>
            </a:r>
            <a:endParaRPr lang="en-US" altLang="zh-CN" sz="2600" b="1" dirty="0"/>
          </a:p>
        </p:txBody>
      </p:sp>
    </p:spTree>
    <p:extLst>
      <p:ext uri="{BB962C8B-B14F-4D97-AF65-F5344CB8AC3E}">
        <p14:creationId xmlns:p14="http://schemas.microsoft.com/office/powerpoint/2010/main" val="18193024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12B37B-BEDD-2FD4-5A82-DB1E98BC83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446CACBE-5A35-BA35-4ED9-5C35B2BB74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1680205"/>
          </a:xfrm>
        </p:spPr>
        <p:txBody>
          <a:bodyPr rtlCol="0">
            <a:normAutofit/>
          </a:bodyPr>
          <a:lstStyle>
            <a:defPPr>
              <a:defRPr lang="zh-CN"/>
            </a:defPPr>
          </a:lstStyle>
          <a:p>
            <a:pPr rtl="0"/>
            <a:r>
              <a:rPr lang="zh-CN" altLang="en-US" dirty="0"/>
              <a:t>惊喜</a:t>
            </a:r>
            <a:endParaRPr lang="zh-CN" dirty="0"/>
          </a:p>
        </p:txBody>
      </p:sp>
      <p:grpSp>
        <p:nvGrpSpPr>
          <p:cNvPr id="19" name="组 18">
            <a:extLst>
              <a:ext uri="{FF2B5EF4-FFF2-40B4-BE49-F238E27FC236}">
                <a16:creationId xmlns:a16="http://schemas.microsoft.com/office/drawing/2014/main" id="{5CD8DF7F-8B2D-7FE3-098C-2D93994B21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任意多边形(F) 19">
              <a:extLst>
                <a:ext uri="{FF2B5EF4-FFF2-40B4-BE49-F238E27FC236}">
                  <a16:creationId xmlns:a16="http://schemas.microsoft.com/office/drawing/2014/main" id="{52C34B23-33CC-2C1E-5ABB-46A13629CB8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zh-CN"/>
              </a:defPPr>
            </a:lstStyle>
            <a:p>
              <a:pPr rtl="0"/>
              <a:endParaRPr lang="zh-CN" dirty="0">
                <a:latin typeface="Microsoft YaHei UI" panose="020B0503020204020204" pitchFamily="34" charset="-122"/>
              </a:endParaRPr>
            </a:p>
          </p:txBody>
        </p:sp>
        <p:sp>
          <p:nvSpPr>
            <p:cNvPr id="21" name="任意多边形(F) 20">
              <a:extLst>
                <a:ext uri="{FF2B5EF4-FFF2-40B4-BE49-F238E27FC236}">
                  <a16:creationId xmlns:a16="http://schemas.microsoft.com/office/drawing/2014/main" id="{648AA772-0A99-0FA1-9676-7771F9614197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zh-CN"/>
              </a:defPPr>
            </a:lstStyle>
            <a:p>
              <a:pPr rtl="0"/>
              <a:endParaRPr lang="zh-CN" dirty="0">
                <a:latin typeface="Microsoft YaHei UI" panose="020B0503020204020204" pitchFamily="34" charset="-122"/>
              </a:endParaRPr>
            </a:p>
          </p:txBody>
        </p:sp>
        <p:sp>
          <p:nvSpPr>
            <p:cNvPr id="22" name="任意多边形(F) 21">
              <a:extLst>
                <a:ext uri="{FF2B5EF4-FFF2-40B4-BE49-F238E27FC236}">
                  <a16:creationId xmlns:a16="http://schemas.microsoft.com/office/drawing/2014/main" id="{D57A1170-FDB4-3094-417D-D025737C5693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zh-CN"/>
              </a:defPPr>
            </a:lstStyle>
            <a:p>
              <a:pPr rtl="0"/>
              <a:endParaRPr lang="zh-CN" dirty="0">
                <a:latin typeface="Microsoft YaHei UI" panose="020B0503020204020204" pitchFamily="34" charset="-122"/>
              </a:endParaRPr>
            </a:p>
          </p:txBody>
        </p:sp>
      </p:grpSp>
      <p:pic>
        <p:nvPicPr>
          <p:cNvPr id="9" name="图片 8" descr="图形用户界面, 应用程序, 网站&#10;&#10;AI 生成的内容可能不正确。">
            <a:extLst>
              <a:ext uri="{FF2B5EF4-FFF2-40B4-BE49-F238E27FC236}">
                <a16:creationId xmlns:a16="http://schemas.microsoft.com/office/drawing/2014/main" id="{126660B3-2341-D06E-C28E-635A67668C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9928" y="1209572"/>
            <a:ext cx="8664238" cy="5165473"/>
          </a:xfrm>
          <a:prstGeom prst="rect">
            <a:avLst/>
          </a:prstGeom>
        </p:spPr>
      </p:pic>
      <p:pic>
        <p:nvPicPr>
          <p:cNvPr id="6" name="图片 5" descr="图形用户界面, 应用程序&#10;&#10;AI 生成的内容可能不正确。">
            <a:extLst>
              <a:ext uri="{FF2B5EF4-FFF2-40B4-BE49-F238E27FC236}">
                <a16:creationId xmlns:a16="http://schemas.microsoft.com/office/drawing/2014/main" id="{4B9560D0-2FC2-6F2B-E825-6B38A8E25D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40808" y="1133826"/>
            <a:ext cx="8871676" cy="5230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28508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9986C9-4974-7C5C-3DC9-C1C8E40713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396719FA-7655-7166-B662-3F7ECEB210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1680205"/>
          </a:xfrm>
        </p:spPr>
        <p:txBody>
          <a:bodyPr rtlCol="0">
            <a:normAutofit/>
          </a:bodyPr>
          <a:lstStyle>
            <a:defPPr>
              <a:defRPr lang="zh-CN"/>
            </a:defPPr>
          </a:lstStyle>
          <a:p>
            <a:pPr rtl="0"/>
            <a:r>
              <a:rPr lang="zh-CN" altLang="en-US" dirty="0"/>
              <a:t>惊喜</a:t>
            </a:r>
            <a:endParaRPr lang="zh-CN" dirty="0"/>
          </a:p>
        </p:txBody>
      </p:sp>
      <p:grpSp>
        <p:nvGrpSpPr>
          <p:cNvPr id="19" name="组 18">
            <a:extLst>
              <a:ext uri="{FF2B5EF4-FFF2-40B4-BE49-F238E27FC236}">
                <a16:creationId xmlns:a16="http://schemas.microsoft.com/office/drawing/2014/main" id="{63118D93-0BC7-DE4C-AD50-DF6D7B2504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任意多边形(F) 19">
              <a:extLst>
                <a:ext uri="{FF2B5EF4-FFF2-40B4-BE49-F238E27FC236}">
                  <a16:creationId xmlns:a16="http://schemas.microsoft.com/office/drawing/2014/main" id="{A42D2D0D-CB80-450B-AC3B-D3F04DEF20C5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zh-CN"/>
              </a:defPPr>
            </a:lstStyle>
            <a:p>
              <a:pPr rtl="0"/>
              <a:endParaRPr lang="zh-CN" dirty="0">
                <a:latin typeface="Microsoft YaHei UI" panose="020B0503020204020204" pitchFamily="34" charset="-122"/>
              </a:endParaRPr>
            </a:p>
          </p:txBody>
        </p:sp>
        <p:sp>
          <p:nvSpPr>
            <p:cNvPr id="21" name="任意多边形(F) 20">
              <a:extLst>
                <a:ext uri="{FF2B5EF4-FFF2-40B4-BE49-F238E27FC236}">
                  <a16:creationId xmlns:a16="http://schemas.microsoft.com/office/drawing/2014/main" id="{A331C3FA-A4CD-253F-B26B-94F0472AE13B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zh-CN"/>
              </a:defPPr>
            </a:lstStyle>
            <a:p>
              <a:pPr rtl="0"/>
              <a:endParaRPr lang="zh-CN" dirty="0">
                <a:latin typeface="Microsoft YaHei UI" panose="020B0503020204020204" pitchFamily="34" charset="-122"/>
              </a:endParaRPr>
            </a:p>
          </p:txBody>
        </p:sp>
        <p:sp>
          <p:nvSpPr>
            <p:cNvPr id="22" name="任意多边形(F) 21">
              <a:extLst>
                <a:ext uri="{FF2B5EF4-FFF2-40B4-BE49-F238E27FC236}">
                  <a16:creationId xmlns:a16="http://schemas.microsoft.com/office/drawing/2014/main" id="{C1917A0E-F37D-F855-052D-E5096FA673D1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zh-CN"/>
              </a:defPPr>
            </a:lstStyle>
            <a:p>
              <a:pPr rtl="0"/>
              <a:endParaRPr lang="zh-CN" dirty="0">
                <a:latin typeface="Microsoft YaHei UI" panose="020B0503020204020204" pitchFamily="34" charset="-122"/>
              </a:endParaRPr>
            </a:p>
          </p:txBody>
        </p:sp>
      </p:grp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FD23EF53-E16B-4314-208B-3DFFC3CFDAED}"/>
              </a:ext>
            </a:extLst>
          </p:cNvPr>
          <p:cNvGrpSpPr/>
          <p:nvPr/>
        </p:nvGrpSpPr>
        <p:grpSpPr>
          <a:xfrm>
            <a:off x="2959226" y="322116"/>
            <a:ext cx="8238201" cy="6213768"/>
            <a:chOff x="2959226" y="322116"/>
            <a:chExt cx="8238201" cy="6213768"/>
          </a:xfrm>
        </p:grpSpPr>
        <p:pic>
          <p:nvPicPr>
            <p:cNvPr id="10" name="图片 9" descr="图形用户界面, 文本, 应用程序, 电子邮件&#10;&#10;AI 生成的内容可能不正确。">
              <a:extLst>
                <a:ext uri="{FF2B5EF4-FFF2-40B4-BE49-F238E27FC236}">
                  <a16:creationId xmlns:a16="http://schemas.microsoft.com/office/drawing/2014/main" id="{C2DC1EB2-9652-5AFC-8861-FDD0FC6DA2F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b="46946"/>
            <a:stretch>
              <a:fillRect/>
            </a:stretch>
          </p:blipFill>
          <p:spPr>
            <a:xfrm>
              <a:off x="2959226" y="1771939"/>
              <a:ext cx="8238200" cy="1657061"/>
            </a:xfrm>
            <a:prstGeom prst="rect">
              <a:avLst/>
            </a:prstGeom>
          </p:spPr>
        </p:pic>
        <p:pic>
          <p:nvPicPr>
            <p:cNvPr id="12" name="图片 11" descr="文本&#10;&#10;AI 生成的内容可能不正确。">
              <a:extLst>
                <a:ext uri="{FF2B5EF4-FFF2-40B4-BE49-F238E27FC236}">
                  <a16:creationId xmlns:a16="http://schemas.microsoft.com/office/drawing/2014/main" id="{E3A2C1CA-6974-DE8E-69FB-EA08E9726A5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959227" y="322116"/>
              <a:ext cx="8238200" cy="1301747"/>
            </a:xfrm>
            <a:prstGeom prst="rect">
              <a:avLst/>
            </a:prstGeom>
          </p:spPr>
        </p:pic>
        <p:pic>
          <p:nvPicPr>
            <p:cNvPr id="14" name="图片 13" descr="图形用户界面, 文本, 应用程序, 聊天或短信&#10;&#10;AI 生成的内容可能不正确。">
              <a:extLst>
                <a:ext uri="{FF2B5EF4-FFF2-40B4-BE49-F238E27FC236}">
                  <a16:creationId xmlns:a16="http://schemas.microsoft.com/office/drawing/2014/main" id="{187899B3-A1FE-332E-9A85-0BCFC0AB715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988237" y="4821598"/>
              <a:ext cx="5133333" cy="1714286"/>
            </a:xfrm>
            <a:prstGeom prst="rect">
              <a:avLst/>
            </a:prstGeom>
          </p:spPr>
        </p:pic>
        <p:pic>
          <p:nvPicPr>
            <p:cNvPr id="16" name="图片 15" descr="文本&#10;&#10;AI 生成的内容可能不正确。">
              <a:extLst>
                <a:ext uri="{FF2B5EF4-FFF2-40B4-BE49-F238E27FC236}">
                  <a16:creationId xmlns:a16="http://schemas.microsoft.com/office/drawing/2014/main" id="{E151D3E9-14E4-D349-F84F-FA8527A5020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r="4313"/>
            <a:stretch>
              <a:fillRect/>
            </a:stretch>
          </p:blipFill>
          <p:spPr>
            <a:xfrm>
              <a:off x="2959226" y="3537309"/>
              <a:ext cx="8238200" cy="1238095"/>
            </a:xfrm>
            <a:prstGeom prst="rect">
              <a:avLst/>
            </a:prstGeom>
          </p:spPr>
        </p:pic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1E1E8722-7EB3-6F4E-3FEC-A351187C1256}"/>
              </a:ext>
            </a:extLst>
          </p:cNvPr>
          <p:cNvGrpSpPr/>
          <p:nvPr/>
        </p:nvGrpSpPr>
        <p:grpSpPr>
          <a:xfrm>
            <a:off x="3631635" y="783688"/>
            <a:ext cx="6692982" cy="5290624"/>
            <a:chOff x="12192000" y="1657179"/>
            <a:chExt cx="3619049" cy="3213662"/>
          </a:xfrm>
        </p:grpSpPr>
        <p:pic>
          <p:nvPicPr>
            <p:cNvPr id="28" name="图片 27" descr="文本&#10;&#10;AI 生成的内容可能不正确。">
              <a:extLst>
                <a:ext uri="{FF2B5EF4-FFF2-40B4-BE49-F238E27FC236}">
                  <a16:creationId xmlns:a16="http://schemas.microsoft.com/office/drawing/2014/main" id="{70BD6C01-AD25-106F-C714-D1B317D7279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2192000" y="2569417"/>
              <a:ext cx="3619048" cy="1133333"/>
            </a:xfrm>
            <a:prstGeom prst="rect">
              <a:avLst/>
            </a:prstGeom>
          </p:spPr>
        </p:pic>
        <p:pic>
          <p:nvPicPr>
            <p:cNvPr id="29" name="图片 28" descr="文本&#10;&#10;AI 生成的内容可能不正确。">
              <a:extLst>
                <a:ext uri="{FF2B5EF4-FFF2-40B4-BE49-F238E27FC236}">
                  <a16:creationId xmlns:a16="http://schemas.microsoft.com/office/drawing/2014/main" id="{581D75CB-3688-7D12-933D-7D414305AC3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r="8654"/>
            <a:stretch>
              <a:fillRect/>
            </a:stretch>
          </p:blipFill>
          <p:spPr>
            <a:xfrm>
              <a:off x="12192001" y="1657179"/>
              <a:ext cx="3619048" cy="1085714"/>
            </a:xfrm>
            <a:prstGeom prst="rect">
              <a:avLst/>
            </a:prstGeom>
          </p:spPr>
        </p:pic>
        <p:pic>
          <p:nvPicPr>
            <p:cNvPr id="30" name="图片 29" descr="文本&#10;&#10;AI 生成的内容可能不正确。">
              <a:extLst>
                <a:ext uri="{FF2B5EF4-FFF2-40B4-BE49-F238E27FC236}">
                  <a16:creationId xmlns:a16="http://schemas.microsoft.com/office/drawing/2014/main" id="{1E32E0F3-B131-1A7D-C63D-095D132354A2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rcRect r="4762"/>
            <a:stretch>
              <a:fillRect/>
            </a:stretch>
          </p:blipFill>
          <p:spPr>
            <a:xfrm>
              <a:off x="12192000" y="3727984"/>
              <a:ext cx="3619048" cy="114285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9069559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0416EE-1042-161B-DB77-6AE3A71580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05B7701C-1A6A-FD5C-F159-1C2D175127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1680205"/>
          </a:xfrm>
        </p:spPr>
        <p:txBody>
          <a:bodyPr rtlCol="0">
            <a:normAutofit/>
          </a:bodyPr>
          <a:lstStyle>
            <a:defPPr>
              <a:defRPr lang="zh-CN"/>
            </a:defPPr>
          </a:lstStyle>
          <a:p>
            <a:pPr rtl="0"/>
            <a:r>
              <a:rPr lang="zh-CN" altLang="en-US" dirty="0"/>
              <a:t>发布</a:t>
            </a:r>
            <a:endParaRPr lang="zh-CN" dirty="0"/>
          </a:p>
        </p:txBody>
      </p:sp>
      <p:grpSp>
        <p:nvGrpSpPr>
          <p:cNvPr id="19" name="组 18">
            <a:extLst>
              <a:ext uri="{FF2B5EF4-FFF2-40B4-BE49-F238E27FC236}">
                <a16:creationId xmlns:a16="http://schemas.microsoft.com/office/drawing/2014/main" id="{1F17D907-43AD-3A87-D24B-90273E7470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任意多边形(F) 19">
              <a:extLst>
                <a:ext uri="{FF2B5EF4-FFF2-40B4-BE49-F238E27FC236}">
                  <a16:creationId xmlns:a16="http://schemas.microsoft.com/office/drawing/2014/main" id="{8539067B-4DCE-9447-64B0-61E0E0A9D790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zh-CN"/>
              </a:defPPr>
            </a:lstStyle>
            <a:p>
              <a:pPr rtl="0"/>
              <a:endParaRPr lang="zh-CN" dirty="0">
                <a:latin typeface="Microsoft YaHei UI" panose="020B0503020204020204" pitchFamily="34" charset="-122"/>
              </a:endParaRPr>
            </a:p>
          </p:txBody>
        </p:sp>
        <p:sp>
          <p:nvSpPr>
            <p:cNvPr id="21" name="任意多边形(F) 20">
              <a:extLst>
                <a:ext uri="{FF2B5EF4-FFF2-40B4-BE49-F238E27FC236}">
                  <a16:creationId xmlns:a16="http://schemas.microsoft.com/office/drawing/2014/main" id="{55BFE8CC-85ED-DC43-C699-14B49D4C45C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zh-CN"/>
              </a:defPPr>
            </a:lstStyle>
            <a:p>
              <a:pPr rtl="0"/>
              <a:endParaRPr lang="zh-CN" dirty="0">
                <a:latin typeface="Microsoft YaHei UI" panose="020B0503020204020204" pitchFamily="34" charset="-122"/>
              </a:endParaRPr>
            </a:p>
          </p:txBody>
        </p:sp>
        <p:sp>
          <p:nvSpPr>
            <p:cNvPr id="22" name="任意多边形(F) 21">
              <a:extLst>
                <a:ext uri="{FF2B5EF4-FFF2-40B4-BE49-F238E27FC236}">
                  <a16:creationId xmlns:a16="http://schemas.microsoft.com/office/drawing/2014/main" id="{E35BA853-AFF1-142B-1DDA-F57C360B8811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zh-CN"/>
              </a:defPPr>
            </a:lstStyle>
            <a:p>
              <a:pPr rtl="0"/>
              <a:endParaRPr lang="zh-CN" dirty="0">
                <a:latin typeface="Microsoft YaHei UI" panose="020B0503020204020204" pitchFamily="34" charset="-122"/>
              </a:endParaRPr>
            </a:p>
          </p:txBody>
        </p:sp>
      </p:grpSp>
      <p:graphicFrame>
        <p:nvGraphicFramePr>
          <p:cNvPr id="6" name="图示 5">
            <a:extLst>
              <a:ext uri="{FF2B5EF4-FFF2-40B4-BE49-F238E27FC236}">
                <a16:creationId xmlns:a16="http://schemas.microsoft.com/office/drawing/2014/main" id="{38FBA88D-AA49-212A-0153-0F809C2B767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17627777"/>
              </p:ext>
            </p:extLst>
          </p:nvPr>
        </p:nvGraphicFramePr>
        <p:xfrm>
          <a:off x="3275635" y="1308228"/>
          <a:ext cx="7326775" cy="4241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538778947"/>
      </p:ext>
    </p:extLst>
  </p:cSld>
  <p:clrMapOvr>
    <a:masterClrMapping/>
  </p:clrMapOvr>
</p:sld>
</file>

<file path=ppt/theme/theme1.xml><?xml version="1.0" encoding="utf-8"?>
<a:theme xmlns:a="http://schemas.openxmlformats.org/drawingml/2006/main" name="自定义">
  <a:themeElements>
    <a:clrScheme name="Swiss">
      <a:dk1>
        <a:srgbClr val="000000"/>
      </a:dk1>
      <a:lt1>
        <a:srgbClr val="FFFFFF"/>
      </a:lt1>
      <a:dk2>
        <a:srgbClr val="E4E4E4"/>
      </a:dk2>
      <a:lt2>
        <a:srgbClr val="7CA655"/>
      </a:lt2>
      <a:accent1>
        <a:srgbClr val="A9D4DB"/>
      </a:accent1>
      <a:accent2>
        <a:srgbClr val="FBE284"/>
      </a:accent2>
      <a:accent3>
        <a:srgbClr val="4495A2"/>
      </a:accent3>
      <a:accent4>
        <a:srgbClr val="AA5881"/>
      </a:accent4>
      <a:accent5>
        <a:srgbClr val="E06742"/>
      </a:accent5>
      <a:accent6>
        <a:srgbClr val="F9D448"/>
      </a:accent6>
      <a:hlink>
        <a:srgbClr val="4495A2"/>
      </a:hlink>
      <a:folHlink>
        <a:srgbClr val="AA5881"/>
      </a:folHlink>
    </a:clrScheme>
    <a:fontScheme name="Custom 175">
      <a:majorFont>
        <a:latin typeface="Franklin Gothic Demi"/>
        <a:ea typeface=""/>
        <a:cs typeface=""/>
      </a:majorFont>
      <a:minorFont>
        <a:latin typeface="Franklin Gothic 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72332790_TF78853419_Win32.potx" id="{5D2DC102-ACE5-4B12-93A7-1D448F11D1C9}" vid="{6D1E3C48-13E8-4D63-89AC-106DBDAEE8DF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92DB9E12-8AC3-4138-BF4D-720A5525AB1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21FFAC0-05A2-416A-B06C-C248395482C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F4B194E-8B30-4377-8C59-ECFB902D2A26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{4DF1355F-9250-47CD-9223-2622BC1A3E1F}TFd3b75063-ff25-434d-b12c-efeaf07d16c3c6814a36_win32-2a74b4bd1761</Template>
  <TotalTime>151</TotalTime>
  <Words>314</Words>
  <Application>Microsoft Macintosh PowerPoint</Application>
  <PresentationFormat>宽屏</PresentationFormat>
  <Paragraphs>46</Paragraphs>
  <Slides>8</Slides>
  <Notes>8</Notes>
  <HiddenSlides>0</HiddenSlides>
  <MMClips>1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3" baseType="lpstr">
      <vt:lpstr>Microsoft YaHei</vt:lpstr>
      <vt:lpstr>Microsoft YaHei UI</vt:lpstr>
      <vt:lpstr>Arial</vt:lpstr>
      <vt:lpstr>Times New Roman</vt:lpstr>
      <vt:lpstr>自定义</vt:lpstr>
      <vt:lpstr>QuickForm：为AI赋能教学而生</vt:lpstr>
      <vt:lpstr>初心</vt:lpstr>
      <vt:lpstr>初心</vt:lpstr>
      <vt:lpstr>功能演示</vt:lpstr>
      <vt:lpstr>惊喜</vt:lpstr>
      <vt:lpstr>惊喜</vt:lpstr>
      <vt:lpstr>惊喜</vt:lpstr>
      <vt:lpstr>发布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Jianwen Fang</dc:creator>
  <cp:lastModifiedBy>Espgdo</cp:lastModifiedBy>
  <cp:revision>9</cp:revision>
  <dcterms:created xsi:type="dcterms:W3CDTF">2025-12-26T04:49:15Z</dcterms:created>
  <dcterms:modified xsi:type="dcterms:W3CDTF">2026-01-02T14:04:32Z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